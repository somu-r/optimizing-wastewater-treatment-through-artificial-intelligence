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Lst>
  <p:notesMasterIdLst>
    <p:notesMasterId r:id="rId36"/>
  </p:notesMasterIdLst>
  <p:sldIdLst>
    <p:sldId id="256" r:id="rId2"/>
    <p:sldId id="293" r:id="rId3"/>
    <p:sldId id="276" r:id="rId4"/>
    <p:sldId id="257" r:id="rId5"/>
    <p:sldId id="258" r:id="rId6"/>
    <p:sldId id="259" r:id="rId7"/>
    <p:sldId id="260" r:id="rId8"/>
    <p:sldId id="261" r:id="rId9"/>
    <p:sldId id="265" r:id="rId10"/>
    <p:sldId id="266" r:id="rId11"/>
    <p:sldId id="267" r:id="rId12"/>
    <p:sldId id="268" r:id="rId13"/>
    <p:sldId id="262" r:id="rId14"/>
    <p:sldId id="292" r:id="rId15"/>
    <p:sldId id="269" r:id="rId16"/>
    <p:sldId id="270" r:id="rId17"/>
    <p:sldId id="273" r:id="rId18"/>
    <p:sldId id="271"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72" r:id="rId35"/>
  </p:sldIdLst>
  <p:sldSz cx="9753600" cy="7315200"/>
  <p:notesSz cx="6858000" cy="9144000"/>
  <p:embeddedFontLst>
    <p:embeddedFont>
      <p:font typeface="Roboto" panose="02000000000000000000" pitchFamily="2" charset="0"/>
      <p:regular r:id="rId37"/>
      <p:bold r:id="rId38"/>
      <p:italic r:id="rId39"/>
      <p:boldItalic r:id="rId40"/>
    </p:embeddedFont>
    <p:embeddedFont>
      <p:font typeface="Times New Roman Bold" panose="02020803070505020304" pitchFamily="18" charset="0"/>
      <p:regular r:id="rId41"/>
      <p:bold r:id="rId42"/>
    </p:embeddedFont>
    <p:embeddedFont>
      <p:font typeface="Tw Cen MT" panose="020B0602020104020603" pitchFamily="34" charset="0"/>
      <p:regular r:id="rId43"/>
      <p:bold r:id="rId44"/>
      <p:italic r:id="rId45"/>
      <p:boldItalic r:id="rId4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3072" autoAdjust="0"/>
  </p:normalViewPr>
  <p:slideViewPr>
    <p:cSldViewPr>
      <p:cViewPr varScale="1">
        <p:scale>
          <a:sx n="72" d="100"/>
          <a:sy n="72" d="100"/>
        </p:scale>
        <p:origin x="161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26159-58DE-4CB2-84A7-42F087C51749}" type="datetimeFigureOut">
              <a:rPr lang="en-IN" smtClean="0"/>
              <a:t>07-02-2026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BCD2B-3826-4BD5-8C7C-795576C9FD80}" type="slidenum">
              <a:rPr lang="en-IN" smtClean="0"/>
              <a:t>‹#›</a:t>
            </a:fld>
            <a:endParaRPr lang="en-IN"/>
          </a:p>
        </p:txBody>
      </p:sp>
    </p:spTree>
    <p:extLst>
      <p:ext uri="{BB962C8B-B14F-4D97-AF65-F5344CB8AC3E}">
        <p14:creationId xmlns:p14="http://schemas.microsoft.com/office/powerpoint/2010/main" val="3615063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5419D-7180-1823-22C2-8A010FC99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6416E-0942-BF3E-FB38-27F86B452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A48BB-129F-B5C2-5975-21037F663C4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1821014-9307-3A4C-91E0-4CE259987CFD}"/>
              </a:ext>
            </a:extLst>
          </p:cNvPr>
          <p:cNvSpPr>
            <a:spLocks noGrp="1"/>
          </p:cNvSpPr>
          <p:nvPr>
            <p:ph type="sldNum" sz="quarter" idx="5"/>
          </p:nvPr>
        </p:nvSpPr>
        <p:spPr/>
        <p:txBody>
          <a:bodyPr/>
          <a:lstStyle/>
          <a:p>
            <a:fld id="{637BCD2B-3826-4BD5-8C7C-795576C9FD80}" type="slidenum">
              <a:rPr lang="en-IN" smtClean="0"/>
              <a:t>3</a:t>
            </a:fld>
            <a:endParaRPr lang="en-IN"/>
          </a:p>
        </p:txBody>
      </p:sp>
    </p:spTree>
    <p:extLst>
      <p:ext uri="{BB962C8B-B14F-4D97-AF65-F5344CB8AC3E}">
        <p14:creationId xmlns:p14="http://schemas.microsoft.com/office/powerpoint/2010/main" val="3959513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37BCD2B-3826-4BD5-8C7C-795576C9FD80}" type="slidenum">
              <a:rPr lang="en-IN" smtClean="0"/>
              <a:t>9</a:t>
            </a:fld>
            <a:endParaRPr lang="en-IN"/>
          </a:p>
        </p:txBody>
      </p:sp>
    </p:spTree>
    <p:extLst>
      <p:ext uri="{BB962C8B-B14F-4D97-AF65-F5344CB8AC3E}">
        <p14:creationId xmlns:p14="http://schemas.microsoft.com/office/powerpoint/2010/main" val="2796371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DAA0-AF77-513B-2D27-90FE83919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4D118-60F4-1BE6-2868-5B668C4DC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4F826-1798-9BAC-C5E5-585DE1C2AA0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08D4EE-E11C-206A-AE42-F6AD6489D4C9}"/>
              </a:ext>
            </a:extLst>
          </p:cNvPr>
          <p:cNvSpPr>
            <a:spLocks noGrp="1"/>
          </p:cNvSpPr>
          <p:nvPr>
            <p:ph type="sldNum" sz="quarter" idx="5"/>
          </p:nvPr>
        </p:nvSpPr>
        <p:spPr/>
        <p:txBody>
          <a:bodyPr/>
          <a:lstStyle/>
          <a:p>
            <a:fld id="{637BCD2B-3826-4BD5-8C7C-795576C9FD80}" type="slidenum">
              <a:rPr lang="en-IN" smtClean="0"/>
              <a:t>10</a:t>
            </a:fld>
            <a:endParaRPr lang="en-IN"/>
          </a:p>
        </p:txBody>
      </p:sp>
    </p:spTree>
    <p:extLst>
      <p:ext uri="{BB962C8B-B14F-4D97-AF65-F5344CB8AC3E}">
        <p14:creationId xmlns:p14="http://schemas.microsoft.com/office/powerpoint/2010/main" val="4033341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7614-1253-531D-AFDD-141FFD271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78B940-1D71-A395-B223-25969F69E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D2519-307D-632C-5910-7463C7D796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7E6F75-06C1-43C8-854C-8CDE110668D4}"/>
              </a:ext>
            </a:extLst>
          </p:cNvPr>
          <p:cNvSpPr>
            <a:spLocks noGrp="1"/>
          </p:cNvSpPr>
          <p:nvPr>
            <p:ph type="sldNum" sz="quarter" idx="5"/>
          </p:nvPr>
        </p:nvSpPr>
        <p:spPr/>
        <p:txBody>
          <a:bodyPr/>
          <a:lstStyle/>
          <a:p>
            <a:fld id="{637BCD2B-3826-4BD5-8C7C-795576C9FD80}" type="slidenum">
              <a:rPr lang="en-IN" smtClean="0"/>
              <a:t>11</a:t>
            </a:fld>
            <a:endParaRPr lang="en-IN"/>
          </a:p>
        </p:txBody>
      </p:sp>
    </p:spTree>
    <p:extLst>
      <p:ext uri="{BB962C8B-B14F-4D97-AF65-F5344CB8AC3E}">
        <p14:creationId xmlns:p14="http://schemas.microsoft.com/office/powerpoint/2010/main" val="2908211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9CCDF-2186-5585-C58C-D2CBF40DE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1FE41-BED8-85B1-2676-22FFC096AF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E968F-22C7-B90F-75F6-AE19406296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3FCA1C-C911-F8DE-3810-87F478392ED1}"/>
              </a:ext>
            </a:extLst>
          </p:cNvPr>
          <p:cNvSpPr>
            <a:spLocks noGrp="1"/>
          </p:cNvSpPr>
          <p:nvPr>
            <p:ph type="sldNum" sz="quarter" idx="5"/>
          </p:nvPr>
        </p:nvSpPr>
        <p:spPr/>
        <p:txBody>
          <a:bodyPr/>
          <a:lstStyle/>
          <a:p>
            <a:fld id="{637BCD2B-3826-4BD5-8C7C-795576C9FD80}" type="slidenum">
              <a:rPr lang="en-IN" smtClean="0"/>
              <a:t>12</a:t>
            </a:fld>
            <a:endParaRPr lang="en-IN"/>
          </a:p>
        </p:txBody>
      </p:sp>
    </p:spTree>
    <p:extLst>
      <p:ext uri="{BB962C8B-B14F-4D97-AF65-F5344CB8AC3E}">
        <p14:creationId xmlns:p14="http://schemas.microsoft.com/office/powerpoint/2010/main" val="3359973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1271C-A77F-212F-7AEA-A177EDE3A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27FF9-E21C-FDAB-7371-DEE46BB15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1901F-3883-04BA-8522-E51177FBE3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D3D091C-0141-89EB-7A4E-FD3774BEC3EA}"/>
              </a:ext>
            </a:extLst>
          </p:cNvPr>
          <p:cNvSpPr>
            <a:spLocks noGrp="1"/>
          </p:cNvSpPr>
          <p:nvPr>
            <p:ph type="sldNum" sz="quarter" idx="5"/>
          </p:nvPr>
        </p:nvSpPr>
        <p:spPr/>
        <p:txBody>
          <a:bodyPr/>
          <a:lstStyle/>
          <a:p>
            <a:fld id="{637BCD2B-3826-4BD5-8C7C-795576C9FD80}" type="slidenum">
              <a:rPr lang="en-IN" smtClean="0"/>
              <a:t>15</a:t>
            </a:fld>
            <a:endParaRPr lang="en-IN"/>
          </a:p>
        </p:txBody>
      </p:sp>
    </p:spTree>
    <p:extLst>
      <p:ext uri="{BB962C8B-B14F-4D97-AF65-F5344CB8AC3E}">
        <p14:creationId xmlns:p14="http://schemas.microsoft.com/office/powerpoint/2010/main" val="1139871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34770-0674-3D39-A315-0A71182A5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69900-1732-2C71-DF4D-72120E21D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D09AB-50D1-5589-45BC-940AAF14A60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9C850BA-6CBA-4002-8E2F-AA07A2EFBA06}"/>
              </a:ext>
            </a:extLst>
          </p:cNvPr>
          <p:cNvSpPr>
            <a:spLocks noGrp="1"/>
          </p:cNvSpPr>
          <p:nvPr>
            <p:ph type="sldNum" sz="quarter" idx="5"/>
          </p:nvPr>
        </p:nvSpPr>
        <p:spPr/>
        <p:txBody>
          <a:bodyPr/>
          <a:lstStyle/>
          <a:p>
            <a:fld id="{637BCD2B-3826-4BD5-8C7C-795576C9FD80}" type="slidenum">
              <a:rPr lang="en-IN" smtClean="0"/>
              <a:t>16</a:t>
            </a:fld>
            <a:endParaRPr lang="en-IN"/>
          </a:p>
        </p:txBody>
      </p:sp>
    </p:spTree>
    <p:extLst>
      <p:ext uri="{BB962C8B-B14F-4D97-AF65-F5344CB8AC3E}">
        <p14:creationId xmlns:p14="http://schemas.microsoft.com/office/powerpoint/2010/main" val="573938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9469E-78A5-79E4-9D24-699B9CB3C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87677-D122-3582-432D-9C7C18A6B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E1C2F7-5210-3DF1-E62B-3D35216668E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8292694-8780-B28A-A3F7-405EE6546749}"/>
              </a:ext>
            </a:extLst>
          </p:cNvPr>
          <p:cNvSpPr>
            <a:spLocks noGrp="1"/>
          </p:cNvSpPr>
          <p:nvPr>
            <p:ph type="sldNum" sz="quarter" idx="5"/>
          </p:nvPr>
        </p:nvSpPr>
        <p:spPr/>
        <p:txBody>
          <a:bodyPr/>
          <a:lstStyle/>
          <a:p>
            <a:fld id="{637BCD2B-3826-4BD5-8C7C-795576C9FD80}" type="slidenum">
              <a:rPr lang="en-IN" smtClean="0"/>
              <a:t>17</a:t>
            </a:fld>
            <a:endParaRPr lang="en-IN"/>
          </a:p>
        </p:txBody>
      </p:sp>
    </p:spTree>
    <p:extLst>
      <p:ext uri="{BB962C8B-B14F-4D97-AF65-F5344CB8AC3E}">
        <p14:creationId xmlns:p14="http://schemas.microsoft.com/office/powerpoint/2010/main" val="665599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338F-BF63-9FB7-DFAB-C30270645A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C9EC3-3500-69B4-3D46-65603A6CF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7CE0E-EBEC-5468-6AD2-84E4787E074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33CAB23-EA8A-183E-3D7E-B4140904F09D}"/>
              </a:ext>
            </a:extLst>
          </p:cNvPr>
          <p:cNvSpPr>
            <a:spLocks noGrp="1"/>
          </p:cNvSpPr>
          <p:nvPr>
            <p:ph type="sldNum" sz="quarter" idx="5"/>
          </p:nvPr>
        </p:nvSpPr>
        <p:spPr/>
        <p:txBody>
          <a:bodyPr/>
          <a:lstStyle/>
          <a:p>
            <a:fld id="{637BCD2B-3826-4BD5-8C7C-795576C9FD80}" type="slidenum">
              <a:rPr lang="en-IN" smtClean="0"/>
              <a:t>18</a:t>
            </a:fld>
            <a:endParaRPr lang="en-IN"/>
          </a:p>
        </p:txBody>
      </p:sp>
    </p:spTree>
    <p:extLst>
      <p:ext uri="{BB962C8B-B14F-4D97-AF65-F5344CB8AC3E}">
        <p14:creationId xmlns:p14="http://schemas.microsoft.com/office/powerpoint/2010/main" val="596229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D26BA-A177-4464-CADF-4C65936D4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4EFFC-1A53-CBBA-9375-429E27B6D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FFDCC-422A-DAA9-AE0C-F3ABFD5175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02D8766-906D-5D86-E464-58A22D120C41}"/>
              </a:ext>
            </a:extLst>
          </p:cNvPr>
          <p:cNvSpPr>
            <a:spLocks noGrp="1"/>
          </p:cNvSpPr>
          <p:nvPr>
            <p:ph type="sldNum" sz="quarter" idx="5"/>
          </p:nvPr>
        </p:nvSpPr>
        <p:spPr/>
        <p:txBody>
          <a:bodyPr/>
          <a:lstStyle/>
          <a:p>
            <a:fld id="{637BCD2B-3826-4BD5-8C7C-795576C9FD80}" type="slidenum">
              <a:rPr lang="en-IN" smtClean="0"/>
              <a:t>19</a:t>
            </a:fld>
            <a:endParaRPr lang="en-IN"/>
          </a:p>
        </p:txBody>
      </p:sp>
    </p:spTree>
    <p:extLst>
      <p:ext uri="{BB962C8B-B14F-4D97-AF65-F5344CB8AC3E}">
        <p14:creationId xmlns:p14="http://schemas.microsoft.com/office/powerpoint/2010/main" val="2746171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3ADEC-16CB-1802-FE8B-F521A8AAF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2F7C2-0676-EB3E-24BB-DDDFB3D24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05A62-F50C-F042-D5B2-C343F02CAD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A3CED1-BB80-0E6E-5917-A7DB9A99E425}"/>
              </a:ext>
            </a:extLst>
          </p:cNvPr>
          <p:cNvSpPr>
            <a:spLocks noGrp="1"/>
          </p:cNvSpPr>
          <p:nvPr>
            <p:ph type="sldNum" sz="quarter" idx="5"/>
          </p:nvPr>
        </p:nvSpPr>
        <p:spPr/>
        <p:txBody>
          <a:bodyPr/>
          <a:lstStyle/>
          <a:p>
            <a:fld id="{637BCD2B-3826-4BD5-8C7C-795576C9FD80}" type="slidenum">
              <a:rPr lang="en-IN" smtClean="0"/>
              <a:t>20</a:t>
            </a:fld>
            <a:endParaRPr lang="en-IN"/>
          </a:p>
        </p:txBody>
      </p:sp>
    </p:spTree>
    <p:extLst>
      <p:ext uri="{BB962C8B-B14F-4D97-AF65-F5344CB8AC3E}">
        <p14:creationId xmlns:p14="http://schemas.microsoft.com/office/powerpoint/2010/main" val="464863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CC64B-97E7-77DE-1343-8B3CB58C8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747CE-657A-E72D-6809-9B0CD09F85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5979C-3DCA-8EF0-7399-BE2D8DA3BD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865E00-41D1-B0AE-348F-912A9A4D7BFC}"/>
              </a:ext>
            </a:extLst>
          </p:cNvPr>
          <p:cNvSpPr>
            <a:spLocks noGrp="1"/>
          </p:cNvSpPr>
          <p:nvPr>
            <p:ph type="sldNum" sz="quarter" idx="5"/>
          </p:nvPr>
        </p:nvSpPr>
        <p:spPr/>
        <p:txBody>
          <a:bodyPr/>
          <a:lstStyle/>
          <a:p>
            <a:fld id="{637BCD2B-3826-4BD5-8C7C-795576C9FD80}" type="slidenum">
              <a:rPr lang="en-IN" smtClean="0"/>
              <a:t>21</a:t>
            </a:fld>
            <a:endParaRPr lang="en-IN"/>
          </a:p>
        </p:txBody>
      </p:sp>
    </p:spTree>
    <p:extLst>
      <p:ext uri="{BB962C8B-B14F-4D97-AF65-F5344CB8AC3E}">
        <p14:creationId xmlns:p14="http://schemas.microsoft.com/office/powerpoint/2010/main" val="978592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A284B-FBCA-CFDF-5D1B-848886255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9AF95-E4BA-89D3-E542-43A1ABD41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78422-4E0F-365D-923E-60694BCF5D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13B692-821A-C4AA-D00A-639DDC26002D}"/>
              </a:ext>
            </a:extLst>
          </p:cNvPr>
          <p:cNvSpPr>
            <a:spLocks noGrp="1"/>
          </p:cNvSpPr>
          <p:nvPr>
            <p:ph type="sldNum" sz="quarter" idx="5"/>
          </p:nvPr>
        </p:nvSpPr>
        <p:spPr/>
        <p:txBody>
          <a:bodyPr/>
          <a:lstStyle/>
          <a:p>
            <a:fld id="{637BCD2B-3826-4BD5-8C7C-795576C9FD80}" type="slidenum">
              <a:rPr lang="en-IN" smtClean="0"/>
              <a:t>22</a:t>
            </a:fld>
            <a:endParaRPr lang="en-IN"/>
          </a:p>
        </p:txBody>
      </p:sp>
    </p:spTree>
    <p:extLst>
      <p:ext uri="{BB962C8B-B14F-4D97-AF65-F5344CB8AC3E}">
        <p14:creationId xmlns:p14="http://schemas.microsoft.com/office/powerpoint/2010/main" val="2400511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EEBDA-B9B1-BD80-3F36-B318A7FFB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F7782-AF5A-2475-C782-27A67B26E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B82F46-A5DD-B896-9B7E-C054B49D4D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06488F4-869B-E54D-6F3F-0F3AB4343238}"/>
              </a:ext>
            </a:extLst>
          </p:cNvPr>
          <p:cNvSpPr>
            <a:spLocks noGrp="1"/>
          </p:cNvSpPr>
          <p:nvPr>
            <p:ph type="sldNum" sz="quarter" idx="5"/>
          </p:nvPr>
        </p:nvSpPr>
        <p:spPr/>
        <p:txBody>
          <a:bodyPr/>
          <a:lstStyle/>
          <a:p>
            <a:fld id="{637BCD2B-3826-4BD5-8C7C-795576C9FD80}" type="slidenum">
              <a:rPr lang="en-IN" smtClean="0"/>
              <a:t>23</a:t>
            </a:fld>
            <a:endParaRPr lang="en-IN"/>
          </a:p>
        </p:txBody>
      </p:sp>
    </p:spTree>
    <p:extLst>
      <p:ext uri="{BB962C8B-B14F-4D97-AF65-F5344CB8AC3E}">
        <p14:creationId xmlns:p14="http://schemas.microsoft.com/office/powerpoint/2010/main" val="693871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ADA4E-6064-9CC1-2B0C-651BACC14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5C949-BB8C-B179-DED4-A241B867B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BCA11-8E96-47B0-89C6-339ABE35A51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5B6B5B-9B1F-EDE2-7F48-7481309FFDE0}"/>
              </a:ext>
            </a:extLst>
          </p:cNvPr>
          <p:cNvSpPr>
            <a:spLocks noGrp="1"/>
          </p:cNvSpPr>
          <p:nvPr>
            <p:ph type="sldNum" sz="quarter" idx="5"/>
          </p:nvPr>
        </p:nvSpPr>
        <p:spPr/>
        <p:txBody>
          <a:bodyPr/>
          <a:lstStyle/>
          <a:p>
            <a:fld id="{637BCD2B-3826-4BD5-8C7C-795576C9FD80}" type="slidenum">
              <a:rPr lang="en-IN" smtClean="0"/>
              <a:t>24</a:t>
            </a:fld>
            <a:endParaRPr lang="en-IN"/>
          </a:p>
        </p:txBody>
      </p:sp>
    </p:spTree>
    <p:extLst>
      <p:ext uri="{BB962C8B-B14F-4D97-AF65-F5344CB8AC3E}">
        <p14:creationId xmlns:p14="http://schemas.microsoft.com/office/powerpoint/2010/main" val="145303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59045-2FDF-23A5-A099-585202D86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AB938-B4FC-675F-562B-363BBEFA9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37DA6-C9EE-B366-CD8C-6657981662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8E6684-D648-B97C-7B52-3A9D675294A2}"/>
              </a:ext>
            </a:extLst>
          </p:cNvPr>
          <p:cNvSpPr>
            <a:spLocks noGrp="1"/>
          </p:cNvSpPr>
          <p:nvPr>
            <p:ph type="sldNum" sz="quarter" idx="5"/>
          </p:nvPr>
        </p:nvSpPr>
        <p:spPr/>
        <p:txBody>
          <a:bodyPr/>
          <a:lstStyle/>
          <a:p>
            <a:fld id="{637BCD2B-3826-4BD5-8C7C-795576C9FD80}" type="slidenum">
              <a:rPr lang="en-IN" smtClean="0"/>
              <a:t>25</a:t>
            </a:fld>
            <a:endParaRPr lang="en-IN"/>
          </a:p>
        </p:txBody>
      </p:sp>
    </p:spTree>
    <p:extLst>
      <p:ext uri="{BB962C8B-B14F-4D97-AF65-F5344CB8AC3E}">
        <p14:creationId xmlns:p14="http://schemas.microsoft.com/office/powerpoint/2010/main" val="3180348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CB669-76CD-2485-AAA5-69C77BE0D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12956-7F97-9E8B-D39D-7AD2E0B770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47DC02-8961-0B1A-E1F4-B458627E49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581619-FF40-88E7-AC53-35B25AF5D279}"/>
              </a:ext>
            </a:extLst>
          </p:cNvPr>
          <p:cNvSpPr>
            <a:spLocks noGrp="1"/>
          </p:cNvSpPr>
          <p:nvPr>
            <p:ph type="sldNum" sz="quarter" idx="5"/>
          </p:nvPr>
        </p:nvSpPr>
        <p:spPr/>
        <p:txBody>
          <a:bodyPr/>
          <a:lstStyle/>
          <a:p>
            <a:fld id="{637BCD2B-3826-4BD5-8C7C-795576C9FD80}" type="slidenum">
              <a:rPr lang="en-IN" smtClean="0"/>
              <a:t>26</a:t>
            </a:fld>
            <a:endParaRPr lang="en-IN"/>
          </a:p>
        </p:txBody>
      </p:sp>
    </p:spTree>
    <p:extLst>
      <p:ext uri="{BB962C8B-B14F-4D97-AF65-F5344CB8AC3E}">
        <p14:creationId xmlns:p14="http://schemas.microsoft.com/office/powerpoint/2010/main" val="735214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59010-1A60-DE14-8141-FFC872DB3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A9A77-9634-4441-BD44-CE5F87058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403CC-DB03-3A2D-A82A-AC9FEDD389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9A215A-8AE9-72B2-B281-6C8987D214D3}"/>
              </a:ext>
            </a:extLst>
          </p:cNvPr>
          <p:cNvSpPr>
            <a:spLocks noGrp="1"/>
          </p:cNvSpPr>
          <p:nvPr>
            <p:ph type="sldNum" sz="quarter" idx="5"/>
          </p:nvPr>
        </p:nvSpPr>
        <p:spPr/>
        <p:txBody>
          <a:bodyPr/>
          <a:lstStyle/>
          <a:p>
            <a:fld id="{637BCD2B-3826-4BD5-8C7C-795576C9FD80}" type="slidenum">
              <a:rPr lang="en-IN" smtClean="0"/>
              <a:t>27</a:t>
            </a:fld>
            <a:endParaRPr lang="en-IN"/>
          </a:p>
        </p:txBody>
      </p:sp>
    </p:spTree>
    <p:extLst>
      <p:ext uri="{BB962C8B-B14F-4D97-AF65-F5344CB8AC3E}">
        <p14:creationId xmlns:p14="http://schemas.microsoft.com/office/powerpoint/2010/main" val="1175198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2DA8-0E5B-8ECF-93A0-9B1F32F7B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5C540-3929-4C95-80F1-7721EEE57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2999EC-3906-9006-6540-6EC1904F94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F801DC-1309-0888-D4C7-08FE643183ED}"/>
              </a:ext>
            </a:extLst>
          </p:cNvPr>
          <p:cNvSpPr>
            <a:spLocks noGrp="1"/>
          </p:cNvSpPr>
          <p:nvPr>
            <p:ph type="sldNum" sz="quarter" idx="5"/>
          </p:nvPr>
        </p:nvSpPr>
        <p:spPr/>
        <p:txBody>
          <a:bodyPr/>
          <a:lstStyle/>
          <a:p>
            <a:fld id="{637BCD2B-3826-4BD5-8C7C-795576C9FD80}" type="slidenum">
              <a:rPr lang="en-IN" smtClean="0"/>
              <a:t>28</a:t>
            </a:fld>
            <a:endParaRPr lang="en-IN"/>
          </a:p>
        </p:txBody>
      </p:sp>
    </p:spTree>
    <p:extLst>
      <p:ext uri="{BB962C8B-B14F-4D97-AF65-F5344CB8AC3E}">
        <p14:creationId xmlns:p14="http://schemas.microsoft.com/office/powerpoint/2010/main" val="2287721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0AE5-36FD-D69D-38E7-3C78708F8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94ECB-1DBD-ED84-454D-2359CB2D5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9F994-3841-1798-2271-683FC7BAB8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1101B9-1FAA-DDD6-A23C-CE0B6E814635}"/>
              </a:ext>
            </a:extLst>
          </p:cNvPr>
          <p:cNvSpPr>
            <a:spLocks noGrp="1"/>
          </p:cNvSpPr>
          <p:nvPr>
            <p:ph type="sldNum" sz="quarter" idx="5"/>
          </p:nvPr>
        </p:nvSpPr>
        <p:spPr/>
        <p:txBody>
          <a:bodyPr/>
          <a:lstStyle/>
          <a:p>
            <a:fld id="{637BCD2B-3826-4BD5-8C7C-795576C9FD80}" type="slidenum">
              <a:rPr lang="en-IN" smtClean="0"/>
              <a:t>29</a:t>
            </a:fld>
            <a:endParaRPr lang="en-IN"/>
          </a:p>
        </p:txBody>
      </p:sp>
    </p:spTree>
    <p:extLst>
      <p:ext uri="{BB962C8B-B14F-4D97-AF65-F5344CB8AC3E}">
        <p14:creationId xmlns:p14="http://schemas.microsoft.com/office/powerpoint/2010/main" val="2469690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6EDF1-4076-2B66-E61A-D64492A08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1C9B5-7189-9940-4B40-3793ED9B3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A1FB6-DAD1-E371-0AE8-196AF58890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C9A1F9-13AE-FA81-6331-7FB4A236899E}"/>
              </a:ext>
            </a:extLst>
          </p:cNvPr>
          <p:cNvSpPr>
            <a:spLocks noGrp="1"/>
          </p:cNvSpPr>
          <p:nvPr>
            <p:ph type="sldNum" sz="quarter" idx="5"/>
          </p:nvPr>
        </p:nvSpPr>
        <p:spPr/>
        <p:txBody>
          <a:bodyPr/>
          <a:lstStyle/>
          <a:p>
            <a:fld id="{637BCD2B-3826-4BD5-8C7C-795576C9FD80}" type="slidenum">
              <a:rPr lang="en-IN" smtClean="0"/>
              <a:t>30</a:t>
            </a:fld>
            <a:endParaRPr lang="en-IN"/>
          </a:p>
        </p:txBody>
      </p:sp>
    </p:spTree>
    <p:extLst>
      <p:ext uri="{BB962C8B-B14F-4D97-AF65-F5344CB8AC3E}">
        <p14:creationId xmlns:p14="http://schemas.microsoft.com/office/powerpoint/2010/main" val="3805599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97A67-0C59-98EE-0559-2AEB4C726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521EB-61DB-1C98-426A-29CB36DE3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C34E1-4FF4-8EFD-21AD-D865DD2E12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B9D151-C2DF-1BA2-1007-6D6C27B97B65}"/>
              </a:ext>
            </a:extLst>
          </p:cNvPr>
          <p:cNvSpPr>
            <a:spLocks noGrp="1"/>
          </p:cNvSpPr>
          <p:nvPr>
            <p:ph type="sldNum" sz="quarter" idx="5"/>
          </p:nvPr>
        </p:nvSpPr>
        <p:spPr/>
        <p:txBody>
          <a:bodyPr/>
          <a:lstStyle/>
          <a:p>
            <a:fld id="{637BCD2B-3826-4BD5-8C7C-795576C9FD80}" type="slidenum">
              <a:rPr lang="en-IN" smtClean="0"/>
              <a:t>34</a:t>
            </a:fld>
            <a:endParaRPr lang="en-IN"/>
          </a:p>
        </p:txBody>
      </p:sp>
    </p:spTree>
    <p:extLst>
      <p:ext uri="{BB962C8B-B14F-4D97-AF65-F5344CB8AC3E}">
        <p14:creationId xmlns:p14="http://schemas.microsoft.com/office/powerpoint/2010/main" val="19992227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ctrTitle"/>
          </p:nvPr>
        </p:nvSpPr>
        <p:spPr>
          <a:xfrm>
            <a:off x="1400810" y="1387506"/>
            <a:ext cx="6951981" cy="2676494"/>
          </a:xfrm>
        </p:spPr>
        <p:txBody>
          <a:bodyPr anchor="b">
            <a:normAutofit/>
          </a:bodyPr>
          <a:lstStyle>
            <a:lvl1pPr algn="ctr">
              <a:defRPr sz="5120"/>
            </a:lvl1pPr>
          </a:lstStyle>
          <a:p>
            <a:r>
              <a:rPr lang="en-US"/>
              <a:t>Click to edit Master title style</a:t>
            </a:r>
            <a:endParaRPr lang="en-US" dirty="0"/>
          </a:p>
        </p:txBody>
      </p:sp>
      <p:sp>
        <p:nvSpPr>
          <p:cNvPr id="3" name="Subtitle 2"/>
          <p:cNvSpPr>
            <a:spLocks noGrp="1"/>
          </p:cNvSpPr>
          <p:nvPr>
            <p:ph type="subTitle" idx="1"/>
          </p:nvPr>
        </p:nvSpPr>
        <p:spPr>
          <a:xfrm>
            <a:off x="1400810" y="4145282"/>
            <a:ext cx="6951981" cy="1463039"/>
          </a:xfrm>
        </p:spPr>
        <p:txBody>
          <a:bodyPr>
            <a:normAutofit/>
          </a:bodyPr>
          <a:lstStyle>
            <a:lvl1pPr marL="0" indent="0" algn="ctr">
              <a:buNone/>
              <a:defRPr sz="2347">
                <a:solidFill>
                  <a:schemeClr val="bg1">
                    <a:lumMod val="50000"/>
                  </a:schemeClr>
                </a:solidFill>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83515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731019" y="2524900"/>
            <a:ext cx="8291061" cy="36523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8944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a:xfrm>
            <a:off x="731020" y="883802"/>
            <a:ext cx="8281402" cy="2919274"/>
          </a:xfrm>
        </p:spPr>
        <p:txBody>
          <a:bodyPr anchor="b">
            <a:normAutofit/>
          </a:bodyPr>
          <a:lstStyle>
            <a:lvl1pPr>
              <a:defRPr sz="4267"/>
            </a:lvl1pPr>
          </a:lstStyle>
          <a:p>
            <a:r>
              <a:rPr lang="en-US"/>
              <a:t>Click to edit Master title style</a:t>
            </a:r>
            <a:endParaRPr lang="en-US" dirty="0"/>
          </a:p>
        </p:txBody>
      </p:sp>
      <p:sp>
        <p:nvSpPr>
          <p:cNvPr id="3" name="Text Placeholder 2"/>
          <p:cNvSpPr>
            <a:spLocks noGrp="1"/>
          </p:cNvSpPr>
          <p:nvPr>
            <p:ph type="body" idx="1"/>
          </p:nvPr>
        </p:nvSpPr>
        <p:spPr>
          <a:xfrm>
            <a:off x="731020" y="3901289"/>
            <a:ext cx="8281402" cy="1459395"/>
          </a:xfrm>
        </p:spPr>
        <p:txBody>
          <a:bodyPr>
            <a:normAutofit/>
          </a:bodyPr>
          <a:lstStyle>
            <a:lvl1pPr marL="0" indent="0" algn="ctr">
              <a:buNone/>
              <a:defRPr sz="2133">
                <a:solidFill>
                  <a:schemeClr val="bg1">
                    <a:lumMod val="50000"/>
                  </a:schemeClr>
                </a:solidFill>
              </a:defRPr>
            </a:lvl1pPr>
            <a:lvl2pPr marL="487695" indent="0">
              <a:buNone/>
              <a:defRPr sz="2133">
                <a:solidFill>
                  <a:schemeClr val="tx1">
                    <a:tint val="75000"/>
                  </a:schemeClr>
                </a:solidFill>
              </a:defRPr>
            </a:lvl2pPr>
            <a:lvl3pPr marL="975390" indent="0">
              <a:buNone/>
              <a:defRPr sz="1920">
                <a:solidFill>
                  <a:schemeClr val="tx1">
                    <a:tint val="75000"/>
                  </a:schemeClr>
                </a:solidFill>
              </a:defRPr>
            </a:lvl3pPr>
            <a:lvl4pPr marL="1463086" indent="0">
              <a:buNone/>
              <a:defRPr sz="1707">
                <a:solidFill>
                  <a:schemeClr val="tx1">
                    <a:tint val="75000"/>
                  </a:schemeClr>
                </a:solidFill>
              </a:defRPr>
            </a:lvl4pPr>
            <a:lvl5pPr marL="1950781" indent="0">
              <a:buNone/>
              <a:defRPr sz="1707">
                <a:solidFill>
                  <a:schemeClr val="tx1">
                    <a:tint val="75000"/>
                  </a:schemeClr>
                </a:solidFill>
              </a:defRPr>
            </a:lvl5pPr>
            <a:lvl6pPr marL="2438476" indent="0">
              <a:buNone/>
              <a:defRPr sz="1707">
                <a:solidFill>
                  <a:schemeClr val="tx1">
                    <a:tint val="75000"/>
                  </a:schemeClr>
                </a:solidFill>
              </a:defRPr>
            </a:lvl6pPr>
            <a:lvl7pPr marL="2926171" indent="0">
              <a:buNone/>
              <a:defRPr sz="1707">
                <a:solidFill>
                  <a:schemeClr val="tx1">
                    <a:tint val="75000"/>
                  </a:schemeClr>
                </a:solidFill>
              </a:defRPr>
            </a:lvl7pPr>
            <a:lvl8pPr marL="3413867" indent="0">
              <a:buNone/>
              <a:defRPr sz="1707">
                <a:solidFill>
                  <a:schemeClr val="tx1">
                    <a:tint val="75000"/>
                  </a:schemeClr>
                </a:solidFill>
              </a:defRPr>
            </a:lvl8pPr>
            <a:lvl9pPr marL="3901562" indent="0">
              <a:buNone/>
              <a:defRPr sz="170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3376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14" name="Title 1"/>
          <p:cNvSpPr>
            <a:spLocks noGrp="1"/>
          </p:cNvSpPr>
          <p:nvPr>
            <p:ph type="title"/>
          </p:nvPr>
        </p:nvSpPr>
        <p:spPr>
          <a:xfrm>
            <a:off x="731021" y="659753"/>
            <a:ext cx="8291561" cy="1702589"/>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731019" y="2524900"/>
            <a:ext cx="4084821" cy="36523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937760" y="2524900"/>
            <a:ext cx="4084320" cy="36523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1182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14" name="Title 1"/>
          <p:cNvSpPr>
            <a:spLocks noGrp="1"/>
          </p:cNvSpPr>
          <p:nvPr>
            <p:ph type="title"/>
          </p:nvPr>
        </p:nvSpPr>
        <p:spPr>
          <a:xfrm>
            <a:off x="731021" y="659753"/>
            <a:ext cx="8291561" cy="1702589"/>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7062" y="2529086"/>
            <a:ext cx="3898780" cy="725327"/>
          </a:xfrm>
        </p:spPr>
        <p:txBody>
          <a:bodyPr anchor="b">
            <a:noAutofit/>
          </a:bodyPr>
          <a:lstStyle>
            <a:lvl1pPr marL="0" indent="0">
              <a:lnSpc>
                <a:spcPct val="75000"/>
              </a:lnSpc>
              <a:buNone/>
              <a:defRPr sz="2773"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12" name="Content Placeholder 3"/>
          <p:cNvSpPr>
            <a:spLocks noGrp="1"/>
          </p:cNvSpPr>
          <p:nvPr>
            <p:ph sz="quarter" idx="13"/>
          </p:nvPr>
        </p:nvSpPr>
        <p:spPr>
          <a:xfrm>
            <a:off x="731020" y="3254414"/>
            <a:ext cx="4084821" cy="2922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7139" y="2529086"/>
            <a:ext cx="3905443" cy="725327"/>
          </a:xfrm>
        </p:spPr>
        <p:txBody>
          <a:bodyPr anchor="b">
            <a:noAutofit/>
          </a:bodyPr>
          <a:lstStyle>
            <a:lvl1pPr marL="0" indent="0">
              <a:lnSpc>
                <a:spcPct val="75000"/>
              </a:lnSpc>
              <a:buNone/>
              <a:defRPr sz="2773"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13" name="Content Placeholder 5"/>
          <p:cNvSpPr>
            <a:spLocks noGrp="1"/>
          </p:cNvSpPr>
          <p:nvPr>
            <p:ph sz="quarter" idx="14"/>
          </p:nvPr>
        </p:nvSpPr>
        <p:spPr>
          <a:xfrm>
            <a:off x="4937761" y="3254414"/>
            <a:ext cx="4084321" cy="2922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605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097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pPr/>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41836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a:xfrm>
            <a:off x="731020" y="650240"/>
            <a:ext cx="3148550" cy="2158135"/>
          </a:xfrm>
        </p:spPr>
        <p:txBody>
          <a:bodyPr anchor="b"/>
          <a:lstStyle>
            <a:lvl1pPr algn="ctr">
              <a:defRPr sz="3413"/>
            </a:lvl1pPr>
          </a:lstStyle>
          <a:p>
            <a:r>
              <a:rPr lang="en-US"/>
              <a:t>Click to edit Master title style</a:t>
            </a:r>
            <a:endParaRPr lang="en-US" dirty="0"/>
          </a:p>
        </p:txBody>
      </p:sp>
      <p:sp>
        <p:nvSpPr>
          <p:cNvPr id="10" name="Content Placeholder 2"/>
          <p:cNvSpPr>
            <a:spLocks noGrp="1"/>
          </p:cNvSpPr>
          <p:nvPr>
            <p:ph sz="quarter" idx="13"/>
          </p:nvPr>
        </p:nvSpPr>
        <p:spPr>
          <a:xfrm>
            <a:off x="4062450" y="650242"/>
            <a:ext cx="4960130" cy="55270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1021" y="2808375"/>
            <a:ext cx="3148551" cy="3368905"/>
          </a:xfrm>
        </p:spPr>
        <p:txBody>
          <a:bodyPr/>
          <a:lstStyle>
            <a:lvl1pPr marL="0" indent="0" algn="ctr">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66900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a:xfrm>
            <a:off x="731021" y="650240"/>
            <a:ext cx="4404926" cy="2158138"/>
          </a:xfrm>
        </p:spPr>
        <p:txBody>
          <a:bodyPr anchor="b"/>
          <a:lstStyle>
            <a:lvl1pPr algn="ctr">
              <a:defRPr sz="3413"/>
            </a:lvl1pPr>
          </a:lstStyle>
          <a:p>
            <a:r>
              <a:rPr lang="en-US"/>
              <a:t>Click to edit Master title style</a:t>
            </a:r>
            <a:endParaRPr lang="en-US" dirty="0"/>
          </a:p>
        </p:txBody>
      </p:sp>
      <p:sp>
        <p:nvSpPr>
          <p:cNvPr id="3" name="Picture Placeholder 2"/>
          <p:cNvSpPr>
            <a:spLocks noGrp="1" noChangeAspect="1"/>
          </p:cNvSpPr>
          <p:nvPr>
            <p:ph type="pic" idx="1"/>
          </p:nvPr>
        </p:nvSpPr>
        <p:spPr>
          <a:xfrm>
            <a:off x="5337889" y="650241"/>
            <a:ext cx="3206241" cy="552704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41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r>
              <a:rPr lang="en-US"/>
              <a:t>Click icon to add picture</a:t>
            </a:r>
            <a:endParaRPr lang="en-US" dirty="0"/>
          </a:p>
        </p:txBody>
      </p:sp>
      <p:sp>
        <p:nvSpPr>
          <p:cNvPr id="4" name="Text Placeholder 3"/>
          <p:cNvSpPr>
            <a:spLocks noGrp="1"/>
          </p:cNvSpPr>
          <p:nvPr>
            <p:ph type="body" sz="half" idx="2"/>
          </p:nvPr>
        </p:nvSpPr>
        <p:spPr>
          <a:xfrm>
            <a:off x="731036" y="2808377"/>
            <a:ext cx="4404911" cy="3368903"/>
          </a:xfrm>
        </p:spPr>
        <p:txBody>
          <a:bodyPr/>
          <a:lstStyle>
            <a:lvl1pPr marL="0" indent="0" algn="ctr">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894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a:xfrm>
            <a:off x="731036" y="4575332"/>
            <a:ext cx="8291546" cy="865717"/>
          </a:xfrm>
        </p:spPr>
        <p:txBody>
          <a:bodyPr anchor="b"/>
          <a:lstStyle>
            <a:lvl1pPr>
              <a:defRPr sz="3413"/>
            </a:lvl1pPr>
          </a:lstStyle>
          <a:p>
            <a:r>
              <a:rPr lang="en-US"/>
              <a:t>Click to edit Master title style</a:t>
            </a:r>
            <a:endParaRPr lang="en-US" dirty="0"/>
          </a:p>
        </p:txBody>
      </p:sp>
      <p:sp>
        <p:nvSpPr>
          <p:cNvPr id="3" name="Picture Placeholder 2"/>
          <p:cNvSpPr>
            <a:spLocks noGrp="1" noChangeAspect="1"/>
          </p:cNvSpPr>
          <p:nvPr>
            <p:ph type="pic" idx="1"/>
          </p:nvPr>
        </p:nvSpPr>
        <p:spPr>
          <a:xfrm>
            <a:off x="947796" y="744812"/>
            <a:ext cx="7858026" cy="3428412"/>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41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r>
              <a:rPr lang="en-US"/>
              <a:t>Click icon to add picture</a:t>
            </a:r>
            <a:endParaRPr lang="en-US" dirty="0"/>
          </a:p>
        </p:txBody>
      </p:sp>
      <p:sp>
        <p:nvSpPr>
          <p:cNvPr id="4" name="Text Placeholder 3"/>
          <p:cNvSpPr>
            <a:spLocks noGrp="1"/>
          </p:cNvSpPr>
          <p:nvPr>
            <p:ph type="body" sz="half" idx="2"/>
          </p:nvPr>
        </p:nvSpPr>
        <p:spPr>
          <a:xfrm>
            <a:off x="731020" y="5449310"/>
            <a:ext cx="8291562" cy="727970"/>
          </a:xfrm>
        </p:spPr>
        <p:txBody>
          <a:bodyPr/>
          <a:lstStyle>
            <a:lvl1pPr marL="0" indent="0" algn="ctr">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6874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a:xfrm>
            <a:off x="731020" y="650241"/>
            <a:ext cx="8291562" cy="3655728"/>
          </a:xfrm>
        </p:spPr>
        <p:txBody>
          <a:bodyPr anchor="ctr"/>
          <a:lstStyle>
            <a:lvl1pPr algn="ctr">
              <a:defRPr sz="3413"/>
            </a:lvl1pPr>
          </a:lstStyle>
          <a:p>
            <a:r>
              <a:rPr lang="en-US"/>
              <a:t>Click to edit Master title style</a:t>
            </a:r>
            <a:endParaRPr lang="en-US" dirty="0"/>
          </a:p>
        </p:txBody>
      </p:sp>
      <p:sp>
        <p:nvSpPr>
          <p:cNvPr id="4" name="Text Placeholder 3"/>
          <p:cNvSpPr>
            <a:spLocks noGrp="1"/>
          </p:cNvSpPr>
          <p:nvPr>
            <p:ph type="body" sz="half" idx="2"/>
          </p:nvPr>
        </p:nvSpPr>
        <p:spPr>
          <a:xfrm>
            <a:off x="731020" y="4485142"/>
            <a:ext cx="8291562" cy="1692139"/>
          </a:xfrm>
        </p:spPr>
        <p:txBody>
          <a:bodyPr anchor="ctr"/>
          <a:lstStyle>
            <a:lvl1pPr marL="0" indent="0" algn="ctr">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2030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a:xfrm>
            <a:off x="1156969" y="930761"/>
            <a:ext cx="7442202" cy="2911909"/>
          </a:xfrm>
        </p:spPr>
        <p:txBody>
          <a:bodyPr anchor="ctr"/>
          <a:lstStyle>
            <a:lvl1pPr>
              <a:defRPr sz="3413"/>
            </a:lvl1pPr>
          </a:lstStyle>
          <a:p>
            <a:r>
              <a:rPr lang="en-US"/>
              <a:t>Click to edit Master title style</a:t>
            </a:r>
            <a:endParaRPr lang="en-US" dirty="0"/>
          </a:p>
        </p:txBody>
      </p:sp>
      <p:sp>
        <p:nvSpPr>
          <p:cNvPr id="12" name="Text Placeholder 3"/>
          <p:cNvSpPr>
            <a:spLocks noGrp="1"/>
          </p:cNvSpPr>
          <p:nvPr>
            <p:ph type="body" sz="half" idx="13"/>
          </p:nvPr>
        </p:nvSpPr>
        <p:spPr>
          <a:xfrm>
            <a:off x="1376516" y="3850701"/>
            <a:ext cx="7001839" cy="634441"/>
          </a:xfrm>
        </p:spPr>
        <p:txBody>
          <a:bodyPr anchor="t">
            <a:normAutofit/>
          </a:bodyPr>
          <a:lstStyle>
            <a:lvl1pPr marL="0" indent="0">
              <a:buNone/>
              <a:defRPr sz="149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4" name="Text Placeholder 3"/>
          <p:cNvSpPr>
            <a:spLocks noGrp="1"/>
          </p:cNvSpPr>
          <p:nvPr>
            <p:ph type="body" sz="half" idx="2"/>
          </p:nvPr>
        </p:nvSpPr>
        <p:spPr>
          <a:xfrm>
            <a:off x="731020" y="4664317"/>
            <a:ext cx="8291562" cy="1515790"/>
          </a:xfrm>
        </p:spPr>
        <p:txBody>
          <a:bodyPr anchor="ctr">
            <a:normAutofit/>
          </a:bodyPr>
          <a:lstStyle>
            <a:lvl1pPr marL="0" indent="0" algn="ctr">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TextBox 10"/>
          <p:cNvSpPr txBox="1"/>
          <p:nvPr/>
        </p:nvSpPr>
        <p:spPr>
          <a:xfrm>
            <a:off x="786801" y="947050"/>
            <a:ext cx="583347" cy="623761"/>
          </a:xfrm>
          <a:prstGeom prst="rect">
            <a:avLst/>
          </a:prstGeom>
        </p:spPr>
        <p:txBody>
          <a:bodyPr vert="horz" lIns="97536" tIns="48768" rIns="97536" bIns="4876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534" dirty="0">
                <a:solidFill>
                  <a:schemeClr val="tx1"/>
                </a:solidFill>
                <a:effectLst/>
              </a:rPr>
              <a:t>“</a:t>
            </a:r>
          </a:p>
        </p:txBody>
      </p:sp>
      <p:sp>
        <p:nvSpPr>
          <p:cNvPr id="14" name="TextBox 13"/>
          <p:cNvSpPr txBox="1"/>
          <p:nvPr/>
        </p:nvSpPr>
        <p:spPr>
          <a:xfrm>
            <a:off x="8373473" y="3328016"/>
            <a:ext cx="590550" cy="623761"/>
          </a:xfrm>
          <a:prstGeom prst="rect">
            <a:avLst/>
          </a:prstGeom>
        </p:spPr>
        <p:txBody>
          <a:bodyPr vert="horz" lIns="97536" tIns="48768" rIns="97536" bIns="4876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534" dirty="0">
                <a:solidFill>
                  <a:schemeClr val="tx1"/>
                </a:solidFill>
                <a:effectLst/>
              </a:rPr>
              <a:t>”</a:t>
            </a:r>
          </a:p>
        </p:txBody>
      </p:sp>
    </p:spTree>
    <p:extLst>
      <p:ext uri="{BB962C8B-B14F-4D97-AF65-F5344CB8AC3E}">
        <p14:creationId xmlns:p14="http://schemas.microsoft.com/office/powerpoint/2010/main" val="3816161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a:xfrm>
            <a:off x="731020" y="2281304"/>
            <a:ext cx="8291562" cy="2679291"/>
          </a:xfrm>
        </p:spPr>
        <p:txBody>
          <a:bodyPr anchor="b"/>
          <a:lstStyle>
            <a:lvl1pPr algn="ctr">
              <a:defRPr sz="3413"/>
            </a:lvl1pPr>
          </a:lstStyle>
          <a:p>
            <a:r>
              <a:rPr lang="en-US"/>
              <a:t>Click to edit Master title style</a:t>
            </a:r>
            <a:endParaRPr lang="en-US" dirty="0"/>
          </a:p>
        </p:txBody>
      </p:sp>
      <p:sp>
        <p:nvSpPr>
          <p:cNvPr id="4" name="Text Placeholder 3"/>
          <p:cNvSpPr>
            <a:spLocks noGrp="1"/>
          </p:cNvSpPr>
          <p:nvPr>
            <p:ph type="body" sz="half" idx="2"/>
          </p:nvPr>
        </p:nvSpPr>
        <p:spPr>
          <a:xfrm>
            <a:off x="731020" y="4973157"/>
            <a:ext cx="8291562" cy="1216687"/>
          </a:xfrm>
        </p:spPr>
        <p:txBody>
          <a:bodyPr anchor="t"/>
          <a:lstStyle>
            <a:lvl1pPr marL="0" indent="0" algn="ctr">
              <a:buNone/>
              <a:defRPr sz="1707"/>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7884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15" name="Title 1"/>
          <p:cNvSpPr>
            <a:spLocks noGrp="1"/>
          </p:cNvSpPr>
          <p:nvPr>
            <p:ph type="title"/>
          </p:nvPr>
        </p:nvSpPr>
        <p:spPr>
          <a:xfrm>
            <a:off x="731020" y="650240"/>
            <a:ext cx="8291562" cy="17121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731020" y="2524899"/>
            <a:ext cx="2639181" cy="614679"/>
          </a:xfrm>
        </p:spPr>
        <p:txBody>
          <a:bodyPr anchor="b">
            <a:noAutofit/>
          </a:bodyPr>
          <a:lstStyle>
            <a:lvl1pPr marL="0" indent="0" algn="ctr">
              <a:lnSpc>
                <a:spcPct val="75000"/>
              </a:lnSpc>
              <a:buNone/>
              <a:defRPr sz="2560"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8" name="Text Placeholder 3"/>
          <p:cNvSpPr>
            <a:spLocks noGrp="1"/>
          </p:cNvSpPr>
          <p:nvPr>
            <p:ph type="body" sz="half" idx="15"/>
          </p:nvPr>
        </p:nvSpPr>
        <p:spPr>
          <a:xfrm>
            <a:off x="731020" y="3139580"/>
            <a:ext cx="2639181" cy="3037701"/>
          </a:xfrm>
        </p:spPr>
        <p:txBody>
          <a:bodyPr anchor="t">
            <a:normAutofit/>
          </a:bodyPr>
          <a:lstStyle>
            <a:lvl1pPr marL="0" indent="0" algn="ctr">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9" name="Text Placeholder 4"/>
          <p:cNvSpPr>
            <a:spLocks noGrp="1"/>
          </p:cNvSpPr>
          <p:nvPr>
            <p:ph type="body" sz="quarter" idx="3"/>
          </p:nvPr>
        </p:nvSpPr>
        <p:spPr>
          <a:xfrm>
            <a:off x="3561912" y="2524899"/>
            <a:ext cx="2633217" cy="614679"/>
          </a:xfrm>
        </p:spPr>
        <p:txBody>
          <a:bodyPr anchor="b">
            <a:noAutofit/>
          </a:bodyPr>
          <a:lstStyle>
            <a:lvl1pPr marL="0" indent="0" algn="ctr">
              <a:lnSpc>
                <a:spcPct val="75000"/>
              </a:lnSpc>
              <a:buNone/>
              <a:defRPr sz="2560"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10" name="Text Placeholder 3"/>
          <p:cNvSpPr>
            <a:spLocks noGrp="1"/>
          </p:cNvSpPr>
          <p:nvPr>
            <p:ph type="body" sz="half" idx="16"/>
          </p:nvPr>
        </p:nvSpPr>
        <p:spPr>
          <a:xfrm>
            <a:off x="3553080" y="3139580"/>
            <a:ext cx="2642681" cy="3037701"/>
          </a:xfrm>
        </p:spPr>
        <p:txBody>
          <a:bodyPr anchor="t">
            <a:normAutofit/>
          </a:bodyPr>
          <a:lstStyle>
            <a:lvl1pPr marL="0" indent="0" algn="ctr">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11" name="Text Placeholder 4"/>
          <p:cNvSpPr>
            <a:spLocks noGrp="1"/>
          </p:cNvSpPr>
          <p:nvPr>
            <p:ph type="body" sz="quarter" idx="13"/>
          </p:nvPr>
        </p:nvSpPr>
        <p:spPr>
          <a:xfrm>
            <a:off x="6378639" y="2524899"/>
            <a:ext cx="2643942" cy="614679"/>
          </a:xfrm>
        </p:spPr>
        <p:txBody>
          <a:bodyPr anchor="b">
            <a:noAutofit/>
          </a:bodyPr>
          <a:lstStyle>
            <a:lvl1pPr marL="0" indent="0" algn="ctr">
              <a:lnSpc>
                <a:spcPct val="75000"/>
              </a:lnSpc>
              <a:buNone/>
              <a:defRPr sz="2560"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12" name="Text Placeholder 3"/>
          <p:cNvSpPr>
            <a:spLocks noGrp="1"/>
          </p:cNvSpPr>
          <p:nvPr>
            <p:ph type="body" sz="half" idx="17"/>
          </p:nvPr>
        </p:nvSpPr>
        <p:spPr>
          <a:xfrm>
            <a:off x="6378639" y="3139580"/>
            <a:ext cx="2643942" cy="3037701"/>
          </a:xfrm>
        </p:spPr>
        <p:txBody>
          <a:bodyPr anchor="t">
            <a:normAutofit/>
          </a:bodyPr>
          <a:lstStyle>
            <a:lvl1pPr marL="0" indent="0" algn="ctr">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01181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30" name="Title 1"/>
          <p:cNvSpPr>
            <a:spLocks noGrp="1"/>
          </p:cNvSpPr>
          <p:nvPr>
            <p:ph type="title"/>
          </p:nvPr>
        </p:nvSpPr>
        <p:spPr>
          <a:xfrm>
            <a:off x="731020" y="651490"/>
            <a:ext cx="8291562" cy="17108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731021" y="4485142"/>
            <a:ext cx="2637127" cy="614679"/>
          </a:xfrm>
        </p:spPr>
        <p:txBody>
          <a:bodyPr anchor="b">
            <a:noAutofit/>
          </a:bodyPr>
          <a:lstStyle>
            <a:lvl1pPr marL="0" indent="0" algn="ctr">
              <a:lnSpc>
                <a:spcPct val="75000"/>
              </a:lnSpc>
              <a:buNone/>
              <a:defRPr sz="2347"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20" name="Picture Placeholder 2"/>
          <p:cNvSpPr>
            <a:spLocks noGrp="1" noChangeAspect="1"/>
          </p:cNvSpPr>
          <p:nvPr>
            <p:ph type="pic" idx="15"/>
          </p:nvPr>
        </p:nvSpPr>
        <p:spPr>
          <a:xfrm>
            <a:off x="731021" y="2524899"/>
            <a:ext cx="2637127" cy="16256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21" name="Text Placeholder 3"/>
          <p:cNvSpPr>
            <a:spLocks noGrp="1"/>
          </p:cNvSpPr>
          <p:nvPr>
            <p:ph type="body" sz="half" idx="18"/>
          </p:nvPr>
        </p:nvSpPr>
        <p:spPr>
          <a:xfrm>
            <a:off x="731021" y="5099821"/>
            <a:ext cx="2637127" cy="1077459"/>
          </a:xfrm>
        </p:spPr>
        <p:txBody>
          <a:bodyPr anchor="t">
            <a:normAutofit/>
          </a:bodyPr>
          <a:lstStyle>
            <a:lvl1pPr marL="0" indent="0" algn="ctr">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22" name="Text Placeholder 4"/>
          <p:cNvSpPr>
            <a:spLocks noGrp="1"/>
          </p:cNvSpPr>
          <p:nvPr>
            <p:ph type="body" sz="quarter" idx="3"/>
          </p:nvPr>
        </p:nvSpPr>
        <p:spPr>
          <a:xfrm>
            <a:off x="3554208" y="4485142"/>
            <a:ext cx="2641462" cy="614679"/>
          </a:xfrm>
        </p:spPr>
        <p:txBody>
          <a:bodyPr anchor="b">
            <a:noAutofit/>
          </a:bodyPr>
          <a:lstStyle>
            <a:lvl1pPr marL="0" indent="0" algn="ctr">
              <a:lnSpc>
                <a:spcPct val="75000"/>
              </a:lnSpc>
              <a:buNone/>
              <a:defRPr sz="2347"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23" name="Picture Placeholder 2"/>
          <p:cNvSpPr>
            <a:spLocks noGrp="1" noChangeAspect="1"/>
          </p:cNvSpPr>
          <p:nvPr>
            <p:ph type="pic" idx="21"/>
          </p:nvPr>
        </p:nvSpPr>
        <p:spPr>
          <a:xfrm>
            <a:off x="3553078" y="2524899"/>
            <a:ext cx="2642682" cy="16256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24" name="Text Placeholder 3"/>
          <p:cNvSpPr>
            <a:spLocks noGrp="1"/>
          </p:cNvSpPr>
          <p:nvPr>
            <p:ph type="body" sz="half" idx="19"/>
          </p:nvPr>
        </p:nvSpPr>
        <p:spPr>
          <a:xfrm>
            <a:off x="3553078" y="5099820"/>
            <a:ext cx="2642682" cy="1077460"/>
          </a:xfrm>
        </p:spPr>
        <p:txBody>
          <a:bodyPr anchor="t">
            <a:normAutofit/>
          </a:bodyPr>
          <a:lstStyle>
            <a:lvl1pPr marL="0" indent="0" algn="ctr">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25" name="Text Placeholder 4"/>
          <p:cNvSpPr>
            <a:spLocks noGrp="1"/>
          </p:cNvSpPr>
          <p:nvPr>
            <p:ph type="body" sz="quarter" idx="13"/>
          </p:nvPr>
        </p:nvSpPr>
        <p:spPr>
          <a:xfrm>
            <a:off x="6378640" y="4485142"/>
            <a:ext cx="2640545" cy="614679"/>
          </a:xfrm>
        </p:spPr>
        <p:txBody>
          <a:bodyPr anchor="b">
            <a:noAutofit/>
          </a:bodyPr>
          <a:lstStyle>
            <a:lvl1pPr marL="0" indent="0" algn="ctr">
              <a:lnSpc>
                <a:spcPct val="75000"/>
              </a:lnSpc>
              <a:buNone/>
              <a:defRPr sz="2347" b="0">
                <a:solidFill>
                  <a:schemeClr val="tx1"/>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26" name="Picture Placeholder 2"/>
          <p:cNvSpPr>
            <a:spLocks noGrp="1" noChangeAspect="1"/>
          </p:cNvSpPr>
          <p:nvPr>
            <p:ph type="pic" idx="22"/>
          </p:nvPr>
        </p:nvSpPr>
        <p:spPr>
          <a:xfrm>
            <a:off x="6378639" y="2524899"/>
            <a:ext cx="2643942" cy="16256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27" name="Text Placeholder 3"/>
          <p:cNvSpPr>
            <a:spLocks noGrp="1"/>
          </p:cNvSpPr>
          <p:nvPr>
            <p:ph type="body" sz="half" idx="20"/>
          </p:nvPr>
        </p:nvSpPr>
        <p:spPr>
          <a:xfrm>
            <a:off x="6378539" y="5099818"/>
            <a:ext cx="2644043" cy="1077462"/>
          </a:xfrm>
        </p:spPr>
        <p:txBody>
          <a:bodyPr anchor="t">
            <a:normAutofit/>
          </a:bodyPr>
          <a:lstStyle>
            <a:lvl1pPr marL="0" indent="0" algn="ctr">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7120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731020" y="2524901"/>
            <a:ext cx="8291562" cy="36523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37493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753600" cy="7315200"/>
          </a:xfrm>
          <a:prstGeom prst="rect">
            <a:avLst/>
          </a:prstGeom>
        </p:spPr>
      </p:pic>
      <p:sp>
        <p:nvSpPr>
          <p:cNvPr id="2" name="Vertical Title 1"/>
          <p:cNvSpPr>
            <a:spLocks noGrp="1"/>
          </p:cNvSpPr>
          <p:nvPr>
            <p:ph type="title" orient="vert"/>
          </p:nvPr>
        </p:nvSpPr>
        <p:spPr>
          <a:xfrm>
            <a:off x="6979921" y="650243"/>
            <a:ext cx="2042661" cy="552703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731020" y="650243"/>
            <a:ext cx="6126979" cy="55270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7841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1" y="-1"/>
            <a:ext cx="9753602" cy="73152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731021" y="659753"/>
            <a:ext cx="8291561" cy="17025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1020" y="2524901"/>
            <a:ext cx="8291562" cy="36523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42990" y="6275495"/>
            <a:ext cx="2194560" cy="389467"/>
          </a:xfrm>
          <a:prstGeom prst="rect">
            <a:avLst/>
          </a:prstGeom>
        </p:spPr>
        <p:txBody>
          <a:bodyPr vert="horz" lIns="91440" tIns="45720" rIns="91440" bIns="45720" rtlCol="0" anchor="ctr"/>
          <a:lstStyle>
            <a:lvl1pPr algn="r">
              <a:defRPr sz="1067">
                <a:solidFill>
                  <a:schemeClr val="tx1"/>
                </a:solidFill>
              </a:defRPr>
            </a:lvl1pPr>
          </a:lstStyle>
          <a:p>
            <a:fld id="{1D8BD707-D9CF-40AE-B4C6-C98DA3205C09}" type="datetimeFigureOut">
              <a:rPr lang="en-US" smtClean="0"/>
              <a:pPr/>
              <a:t>2/7/2026</a:t>
            </a:fld>
            <a:endParaRPr lang="en-US"/>
          </a:p>
        </p:txBody>
      </p:sp>
      <p:sp>
        <p:nvSpPr>
          <p:cNvPr id="5" name="Footer Placeholder 4"/>
          <p:cNvSpPr>
            <a:spLocks noGrp="1"/>
          </p:cNvSpPr>
          <p:nvPr>
            <p:ph type="ftr" sz="quarter" idx="3"/>
          </p:nvPr>
        </p:nvSpPr>
        <p:spPr>
          <a:xfrm>
            <a:off x="731020" y="6275495"/>
            <a:ext cx="5338309" cy="389467"/>
          </a:xfrm>
          <a:prstGeom prst="rect">
            <a:avLst/>
          </a:prstGeom>
        </p:spPr>
        <p:txBody>
          <a:bodyPr vert="horz" lIns="91440" tIns="45720" rIns="91440" bIns="45720" rtlCol="0" anchor="ctr"/>
          <a:lstStyle>
            <a:lvl1pPr algn="l">
              <a:defRPr sz="1067">
                <a:solidFill>
                  <a:schemeClr val="tx1"/>
                </a:solidFill>
              </a:defRPr>
            </a:lvl1pPr>
          </a:lstStyle>
          <a:p>
            <a:endParaRPr lang="en-US"/>
          </a:p>
        </p:txBody>
      </p:sp>
      <p:sp>
        <p:nvSpPr>
          <p:cNvPr id="6" name="Slide Number Placeholder 5"/>
          <p:cNvSpPr>
            <a:spLocks noGrp="1"/>
          </p:cNvSpPr>
          <p:nvPr>
            <p:ph type="sldNum" sz="quarter" idx="4"/>
          </p:nvPr>
        </p:nvSpPr>
        <p:spPr>
          <a:xfrm>
            <a:off x="8411210" y="6275495"/>
            <a:ext cx="611372" cy="389467"/>
          </a:xfrm>
          <a:prstGeom prst="rect">
            <a:avLst/>
          </a:prstGeom>
        </p:spPr>
        <p:txBody>
          <a:bodyPr vert="horz" lIns="91440" tIns="45720" rIns="91440" bIns="45720" rtlCol="0" anchor="ctr"/>
          <a:lstStyle>
            <a:lvl1pPr algn="r">
              <a:defRPr sz="1067">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0349767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975390" rtl="0" eaLnBrk="1" latinLnBrk="0" hangingPunct="1">
        <a:lnSpc>
          <a:spcPct val="90000"/>
        </a:lnSpc>
        <a:spcBef>
          <a:spcPct val="0"/>
        </a:spcBef>
        <a:buNone/>
        <a:defRPr sz="3840" kern="1200" cap="all" baseline="0">
          <a:solidFill>
            <a:schemeClr val="tx1"/>
          </a:solidFill>
          <a:effectLst/>
          <a:latin typeface="+mj-lt"/>
          <a:ea typeface="+mj-ea"/>
          <a:cs typeface="+mj-cs"/>
        </a:defRPr>
      </a:lvl1pPr>
    </p:titleStyle>
    <p:bodyStyle>
      <a:lvl1pPr marL="243848" indent="-243848" algn="l" defTabSz="975390" rtl="0" eaLnBrk="1" latinLnBrk="0" hangingPunct="1">
        <a:lnSpc>
          <a:spcPct val="120000"/>
        </a:lnSpc>
        <a:spcBef>
          <a:spcPts val="1067"/>
        </a:spcBef>
        <a:buClr>
          <a:schemeClr val="tx1"/>
        </a:buClr>
        <a:buFont typeface="Arial" panose="020B0604020202020204" pitchFamily="34" charset="0"/>
        <a:buChar char="•"/>
        <a:defRPr sz="2133" kern="1200" cap="all" baseline="0">
          <a:solidFill>
            <a:schemeClr val="tx1"/>
          </a:solidFill>
          <a:effectLst/>
          <a:latin typeface="+mn-lt"/>
          <a:ea typeface="+mn-ea"/>
          <a:cs typeface="+mn-cs"/>
        </a:defRPr>
      </a:lvl1pPr>
      <a:lvl2pPr marL="731543" indent="-243848" algn="l" defTabSz="975390" rtl="0" eaLnBrk="1" latinLnBrk="0" hangingPunct="1">
        <a:lnSpc>
          <a:spcPct val="120000"/>
        </a:lnSpc>
        <a:spcBef>
          <a:spcPts val="533"/>
        </a:spcBef>
        <a:buClr>
          <a:schemeClr val="tx1"/>
        </a:buClr>
        <a:buFont typeface="Arial" panose="020B0604020202020204" pitchFamily="34" charset="0"/>
        <a:buChar char="•"/>
        <a:defRPr sz="1920" kern="1200" cap="all" baseline="0">
          <a:solidFill>
            <a:schemeClr val="tx1"/>
          </a:solidFill>
          <a:effectLst/>
          <a:latin typeface="+mn-lt"/>
          <a:ea typeface="+mn-ea"/>
          <a:cs typeface="+mn-cs"/>
        </a:defRPr>
      </a:lvl2pPr>
      <a:lvl3pPr marL="1219238" indent="-243848" algn="l" defTabSz="975390" rtl="0" eaLnBrk="1" latinLnBrk="0" hangingPunct="1">
        <a:lnSpc>
          <a:spcPct val="120000"/>
        </a:lnSpc>
        <a:spcBef>
          <a:spcPts val="533"/>
        </a:spcBef>
        <a:buClr>
          <a:schemeClr val="tx1"/>
        </a:buClr>
        <a:buFont typeface="Arial" panose="020B0604020202020204" pitchFamily="34" charset="0"/>
        <a:buChar char="•"/>
        <a:defRPr sz="1707" kern="1200" cap="all" baseline="0">
          <a:solidFill>
            <a:schemeClr val="tx1"/>
          </a:solidFill>
          <a:effectLst/>
          <a:latin typeface="+mn-lt"/>
          <a:ea typeface="+mn-ea"/>
          <a:cs typeface="+mn-cs"/>
        </a:defRPr>
      </a:lvl3pPr>
      <a:lvl4pPr marL="1706933" indent="-243848" algn="l" defTabSz="975390" rtl="0" eaLnBrk="1" latinLnBrk="0" hangingPunct="1">
        <a:lnSpc>
          <a:spcPct val="120000"/>
        </a:lnSpc>
        <a:spcBef>
          <a:spcPts val="533"/>
        </a:spcBef>
        <a:buClr>
          <a:schemeClr val="tx1"/>
        </a:buClr>
        <a:buFont typeface="Arial" panose="020B0604020202020204" pitchFamily="34" charset="0"/>
        <a:buChar char="•"/>
        <a:defRPr sz="1493" kern="1200" cap="all" baseline="0">
          <a:solidFill>
            <a:schemeClr val="tx1"/>
          </a:solidFill>
          <a:effectLst/>
          <a:latin typeface="+mn-lt"/>
          <a:ea typeface="+mn-ea"/>
          <a:cs typeface="+mn-cs"/>
        </a:defRPr>
      </a:lvl4pPr>
      <a:lvl5pPr marL="2194629" indent="-243848" algn="l" defTabSz="975390" rtl="0" eaLnBrk="1" latinLnBrk="0" hangingPunct="1">
        <a:lnSpc>
          <a:spcPct val="120000"/>
        </a:lnSpc>
        <a:spcBef>
          <a:spcPts val="533"/>
        </a:spcBef>
        <a:buClr>
          <a:schemeClr val="tx1"/>
        </a:buClr>
        <a:buFont typeface="Arial" panose="020B0604020202020204" pitchFamily="34" charset="0"/>
        <a:buChar char="•"/>
        <a:defRPr sz="1493" kern="1200" cap="all" baseline="0">
          <a:solidFill>
            <a:schemeClr val="tx1"/>
          </a:solidFill>
          <a:effectLst/>
          <a:latin typeface="+mn-lt"/>
          <a:ea typeface="+mn-ea"/>
          <a:cs typeface="+mn-cs"/>
        </a:defRPr>
      </a:lvl5pPr>
      <a:lvl6pPr marL="2682324" indent="-243848" algn="l" defTabSz="975390" rtl="0" eaLnBrk="1" latinLnBrk="0" hangingPunct="1">
        <a:lnSpc>
          <a:spcPct val="120000"/>
        </a:lnSpc>
        <a:spcBef>
          <a:spcPts val="533"/>
        </a:spcBef>
        <a:buClr>
          <a:schemeClr val="tx1"/>
        </a:buClr>
        <a:buFont typeface="Arial" panose="020B0604020202020204" pitchFamily="34" charset="0"/>
        <a:buChar char="•"/>
        <a:defRPr sz="1493" kern="1200" cap="all" baseline="0">
          <a:solidFill>
            <a:schemeClr val="tx1"/>
          </a:solidFill>
          <a:effectLst/>
          <a:latin typeface="+mn-lt"/>
          <a:ea typeface="+mn-ea"/>
          <a:cs typeface="+mn-cs"/>
        </a:defRPr>
      </a:lvl6pPr>
      <a:lvl7pPr marL="3170019" indent="-243848" algn="l" defTabSz="975390" rtl="0" eaLnBrk="1" latinLnBrk="0" hangingPunct="1">
        <a:lnSpc>
          <a:spcPct val="120000"/>
        </a:lnSpc>
        <a:spcBef>
          <a:spcPts val="533"/>
        </a:spcBef>
        <a:buClr>
          <a:schemeClr val="tx1"/>
        </a:buClr>
        <a:buFont typeface="Arial" panose="020B0604020202020204" pitchFamily="34" charset="0"/>
        <a:buChar char="•"/>
        <a:defRPr sz="1493" kern="1200" cap="all" baseline="0">
          <a:solidFill>
            <a:schemeClr val="tx1"/>
          </a:solidFill>
          <a:effectLst/>
          <a:latin typeface="+mn-lt"/>
          <a:ea typeface="+mn-ea"/>
          <a:cs typeface="+mn-cs"/>
        </a:defRPr>
      </a:lvl7pPr>
      <a:lvl8pPr marL="3657714" indent="-243848" algn="l" defTabSz="975390" rtl="0" eaLnBrk="1" latinLnBrk="0" hangingPunct="1">
        <a:lnSpc>
          <a:spcPct val="120000"/>
        </a:lnSpc>
        <a:spcBef>
          <a:spcPts val="533"/>
        </a:spcBef>
        <a:buClr>
          <a:schemeClr val="tx1"/>
        </a:buClr>
        <a:buFont typeface="Arial" panose="020B0604020202020204" pitchFamily="34" charset="0"/>
        <a:buChar char="•"/>
        <a:defRPr sz="1493" kern="1200" cap="all" baseline="0">
          <a:solidFill>
            <a:schemeClr val="tx1"/>
          </a:solidFill>
          <a:effectLst/>
          <a:latin typeface="+mn-lt"/>
          <a:ea typeface="+mn-ea"/>
          <a:cs typeface="+mn-cs"/>
        </a:defRPr>
      </a:lvl8pPr>
      <a:lvl9pPr marL="4145410" indent="-243848" algn="l" defTabSz="975390" rtl="0" eaLnBrk="1" latinLnBrk="0" hangingPunct="1">
        <a:lnSpc>
          <a:spcPct val="120000"/>
        </a:lnSpc>
        <a:spcBef>
          <a:spcPts val="533"/>
        </a:spcBef>
        <a:buClr>
          <a:schemeClr val="tx1"/>
        </a:buClr>
        <a:buFont typeface="Arial" panose="020B0604020202020204" pitchFamily="34" charset="0"/>
        <a:buChar char="•"/>
        <a:defRPr sz="1493" kern="1200" cap="all" baseline="0">
          <a:solidFill>
            <a:schemeClr val="tx1"/>
          </a:solidFill>
          <a:effectLst/>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52978" y="2089014"/>
            <a:ext cx="1447643" cy="1447643"/>
          </a:xfrm>
          <a:custGeom>
            <a:avLst/>
            <a:gdLst/>
            <a:ahLst/>
            <a:cxnLst/>
            <a:rect l="l" t="t" r="r" b="b"/>
            <a:pathLst>
              <a:path w="1447643" h="1447643">
                <a:moveTo>
                  <a:pt x="0" y="0"/>
                </a:moveTo>
                <a:lnTo>
                  <a:pt x="1447644" y="0"/>
                </a:lnTo>
                <a:lnTo>
                  <a:pt x="1447644" y="1447643"/>
                </a:lnTo>
                <a:lnTo>
                  <a:pt x="0" y="1447643"/>
                </a:lnTo>
                <a:lnTo>
                  <a:pt x="0" y="0"/>
                </a:lnTo>
                <a:close/>
              </a:path>
            </a:pathLst>
          </a:custGeom>
          <a:blipFill>
            <a:blip r:embed="rId2"/>
            <a:stretch>
              <a:fillRect/>
            </a:stretch>
          </a:blipFill>
        </p:spPr>
      </p:sp>
      <p:sp>
        <p:nvSpPr>
          <p:cNvPr id="3" name="TextBox 3"/>
          <p:cNvSpPr txBox="1"/>
          <p:nvPr/>
        </p:nvSpPr>
        <p:spPr>
          <a:xfrm>
            <a:off x="822960" y="569595"/>
            <a:ext cx="8107680" cy="1362075"/>
          </a:xfrm>
          <a:prstGeom prst="rect">
            <a:avLst/>
          </a:prstGeom>
        </p:spPr>
        <p:txBody>
          <a:bodyPr lIns="0" tIns="0" rIns="0" bIns="0" rtlCol="0" anchor="t">
            <a:spAutoFit/>
          </a:bodyPr>
          <a:lstStyle/>
          <a:p>
            <a:pPr algn="ctr">
              <a:lnSpc>
                <a:spcPts val="5040"/>
              </a:lnSpc>
            </a:pPr>
            <a:r>
              <a:rPr lang="en-US" sz="4200" b="1" spc="37" dirty="0">
                <a:solidFill>
                  <a:srgbClr val="000000"/>
                </a:solidFill>
                <a:latin typeface="Times New Roman Bold"/>
                <a:ea typeface="Times New Roman Bold"/>
                <a:cs typeface="Times New Roman Bold"/>
                <a:sym typeface="Times New Roman Bold"/>
              </a:rPr>
              <a:t>Optimizing Wastewater treatment</a:t>
            </a:r>
          </a:p>
          <a:p>
            <a:pPr algn="ctr">
              <a:lnSpc>
                <a:spcPts val="5040"/>
              </a:lnSpc>
            </a:pPr>
            <a:r>
              <a:rPr lang="en-US" sz="4200" b="1" spc="39" dirty="0">
                <a:solidFill>
                  <a:srgbClr val="000000"/>
                </a:solidFill>
                <a:latin typeface="Times New Roman Bold"/>
                <a:ea typeface="Times New Roman Bold"/>
                <a:cs typeface="Times New Roman Bold"/>
                <a:sym typeface="Times New Roman Bold"/>
              </a:rPr>
              <a:t>through Artificial Intelligence</a:t>
            </a:r>
          </a:p>
        </p:txBody>
      </p:sp>
      <p:sp>
        <p:nvSpPr>
          <p:cNvPr id="4" name="TextBox 4"/>
          <p:cNvSpPr txBox="1"/>
          <p:nvPr/>
        </p:nvSpPr>
        <p:spPr>
          <a:xfrm>
            <a:off x="3035023" y="4307205"/>
            <a:ext cx="4424127" cy="676275"/>
          </a:xfrm>
          <a:prstGeom prst="rect">
            <a:avLst/>
          </a:prstGeom>
        </p:spPr>
        <p:txBody>
          <a:bodyPr lIns="0" tIns="0" rIns="0" bIns="0" rtlCol="0" anchor="t">
            <a:spAutoFit/>
          </a:bodyPr>
          <a:lstStyle/>
          <a:p>
            <a:pPr algn="l">
              <a:lnSpc>
                <a:spcPts val="2520"/>
              </a:lnSpc>
            </a:pPr>
            <a:r>
              <a:rPr lang="en-US" sz="2100" spc="19" dirty="0" err="1">
                <a:solidFill>
                  <a:srgbClr val="FF3131"/>
                </a:solidFill>
                <a:latin typeface="Times New Roman"/>
                <a:ea typeface="Times New Roman"/>
                <a:cs typeface="Times New Roman"/>
                <a:sym typeface="Times New Roman"/>
              </a:rPr>
              <a:t>Mrs.S.S.SARMILA</a:t>
            </a:r>
            <a:r>
              <a:rPr lang="en-US" sz="2100" spc="19" dirty="0">
                <a:solidFill>
                  <a:srgbClr val="FF3131"/>
                </a:solidFill>
                <a:latin typeface="Times New Roman"/>
                <a:ea typeface="Times New Roman"/>
                <a:cs typeface="Times New Roman"/>
                <a:sym typeface="Times New Roman"/>
              </a:rPr>
              <a:t> M.C.A.,M.E.,</a:t>
            </a:r>
          </a:p>
          <a:p>
            <a:pPr algn="l">
              <a:lnSpc>
                <a:spcPts val="2520"/>
              </a:lnSpc>
            </a:pPr>
            <a:r>
              <a:rPr lang="en-US" sz="2100" spc="19" dirty="0">
                <a:solidFill>
                  <a:srgbClr val="FF3131"/>
                </a:solidFill>
                <a:latin typeface="Times New Roman"/>
                <a:ea typeface="Times New Roman"/>
                <a:cs typeface="Times New Roman"/>
                <a:sym typeface="Times New Roman"/>
              </a:rPr>
              <a:t>                </a:t>
            </a:r>
          </a:p>
        </p:txBody>
      </p:sp>
      <p:sp>
        <p:nvSpPr>
          <p:cNvPr id="5" name="TextBox 5"/>
          <p:cNvSpPr txBox="1"/>
          <p:nvPr/>
        </p:nvSpPr>
        <p:spPr>
          <a:xfrm>
            <a:off x="6172862" y="5593080"/>
            <a:ext cx="3580738" cy="990600"/>
          </a:xfrm>
          <a:prstGeom prst="rect">
            <a:avLst/>
          </a:prstGeom>
        </p:spPr>
        <p:txBody>
          <a:bodyPr lIns="0" tIns="0" rIns="0" bIns="0" rtlCol="0" anchor="t">
            <a:spAutoFit/>
          </a:bodyPr>
          <a:lstStyle/>
          <a:p>
            <a:pPr algn="l">
              <a:lnSpc>
                <a:spcPts val="2520"/>
              </a:lnSpc>
            </a:pPr>
            <a:r>
              <a:rPr lang="en-US" sz="2100" spc="18">
                <a:solidFill>
                  <a:srgbClr val="000000"/>
                </a:solidFill>
                <a:latin typeface="Times New Roman"/>
                <a:ea typeface="Times New Roman"/>
                <a:cs typeface="Times New Roman"/>
                <a:sym typeface="Times New Roman"/>
              </a:rPr>
              <a:t>Presented by</a:t>
            </a:r>
          </a:p>
          <a:p>
            <a:pPr algn="l">
              <a:lnSpc>
                <a:spcPts val="2520"/>
              </a:lnSpc>
            </a:pPr>
            <a:r>
              <a:rPr lang="en-US" sz="2100" spc="18">
                <a:solidFill>
                  <a:srgbClr val="000000"/>
                </a:solidFill>
                <a:latin typeface="Times New Roman"/>
                <a:ea typeface="Times New Roman"/>
                <a:cs typeface="Times New Roman"/>
                <a:sym typeface="Times New Roman"/>
              </a:rPr>
              <a:t>Name: SOMU R</a:t>
            </a:r>
          </a:p>
          <a:p>
            <a:pPr algn="l">
              <a:lnSpc>
                <a:spcPts val="2520"/>
              </a:lnSpc>
            </a:pPr>
            <a:r>
              <a:rPr lang="en-US" sz="2100" spc="18">
                <a:solidFill>
                  <a:srgbClr val="000000"/>
                </a:solidFill>
                <a:latin typeface="Times New Roman"/>
                <a:ea typeface="Times New Roman"/>
                <a:cs typeface="Times New Roman"/>
                <a:sym typeface="Times New Roman"/>
              </a:rPr>
              <a:t>Roll No: 22BCA175</a:t>
            </a:r>
          </a:p>
        </p:txBody>
      </p:sp>
      <p:sp>
        <p:nvSpPr>
          <p:cNvPr id="6" name="TextBox 6"/>
          <p:cNvSpPr txBox="1"/>
          <p:nvPr/>
        </p:nvSpPr>
        <p:spPr>
          <a:xfrm>
            <a:off x="3456718" y="3646375"/>
            <a:ext cx="3580738" cy="361950"/>
          </a:xfrm>
          <a:prstGeom prst="rect">
            <a:avLst/>
          </a:prstGeom>
        </p:spPr>
        <p:txBody>
          <a:bodyPr lIns="0" tIns="0" rIns="0" bIns="0" rtlCol="0" anchor="t">
            <a:spAutoFit/>
          </a:bodyPr>
          <a:lstStyle/>
          <a:p>
            <a:pPr algn="l">
              <a:lnSpc>
                <a:spcPts val="2520"/>
              </a:lnSpc>
            </a:pPr>
            <a:r>
              <a:rPr lang="en-US" sz="2100" spc="18" dirty="0">
                <a:solidFill>
                  <a:srgbClr val="000000"/>
                </a:solidFill>
                <a:latin typeface="Times New Roman"/>
                <a:ea typeface="Times New Roman"/>
                <a:cs typeface="Times New Roman"/>
                <a:sym typeface="Times New Roman"/>
              </a:rPr>
              <a:t>Under the guidance of </a:t>
            </a:r>
          </a:p>
        </p:txBody>
      </p:sp>
      <p:sp>
        <p:nvSpPr>
          <p:cNvPr id="7" name="TextBox 7"/>
          <p:cNvSpPr txBox="1"/>
          <p:nvPr/>
        </p:nvSpPr>
        <p:spPr>
          <a:xfrm>
            <a:off x="3639850" y="4932250"/>
            <a:ext cx="3580738" cy="361950"/>
          </a:xfrm>
          <a:prstGeom prst="rect">
            <a:avLst/>
          </a:prstGeom>
        </p:spPr>
        <p:txBody>
          <a:bodyPr lIns="0" tIns="0" rIns="0" bIns="0" rtlCol="0" anchor="t">
            <a:spAutoFit/>
          </a:bodyPr>
          <a:lstStyle/>
          <a:p>
            <a:pPr algn="l">
              <a:lnSpc>
                <a:spcPts val="2520"/>
              </a:lnSpc>
            </a:pPr>
            <a:r>
              <a:rPr lang="en-US" sz="2100" spc="18">
                <a:solidFill>
                  <a:srgbClr val="000000"/>
                </a:solidFill>
                <a:latin typeface="Times New Roman"/>
                <a:ea typeface="Times New Roman"/>
                <a:cs typeface="Times New Roman"/>
                <a:sym typeface="Times New Roman"/>
              </a:rPr>
              <a:t>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7221C-28D3-F501-C0A2-381E4D36C7C8}"/>
            </a:ext>
          </a:extLst>
        </p:cNvPr>
        <p:cNvGrpSpPr/>
        <p:nvPr/>
      </p:nvGrpSpPr>
      <p:grpSpPr>
        <a:xfrm>
          <a:off x="0" y="0"/>
          <a:ext cx="0" cy="0"/>
          <a:chOff x="0" y="0"/>
          <a:chExt cx="0" cy="0"/>
        </a:xfrm>
      </p:grpSpPr>
      <p:sp>
        <p:nvSpPr>
          <p:cNvPr id="8" name="Title 3">
            <a:extLst>
              <a:ext uri="{FF2B5EF4-FFF2-40B4-BE49-F238E27FC236}">
                <a16:creationId xmlns:a16="http://schemas.microsoft.com/office/drawing/2014/main" id="{74936B20-D3A9-073A-58D2-F76E2BF41B36}"/>
              </a:ext>
            </a:extLst>
          </p:cNvPr>
          <p:cNvSpPr txBox="1">
            <a:spLocks/>
          </p:cNvSpPr>
          <p:nvPr/>
        </p:nvSpPr>
        <p:spPr>
          <a:xfrm>
            <a:off x="533400" y="533400"/>
            <a:ext cx="8923506" cy="1940916"/>
          </a:xfrm>
          <a:prstGeom prst="rect">
            <a:avLst/>
          </a:prstGeom>
          <a:noFill/>
        </p:spPr>
        <p:txBody>
          <a:bodyPr wrap="square">
            <a:spAutoFit/>
          </a:bodyPr>
          <a:lstStyle>
            <a:lvl1pPr algn="ctr" defTabSz="975390" rtl="0" eaLnBrk="1" latinLnBrk="0" hangingPunct="1">
              <a:lnSpc>
                <a:spcPct val="90000"/>
              </a:lnSpc>
              <a:spcBef>
                <a:spcPct val="0"/>
              </a:spcBef>
              <a:buNone/>
              <a:defRPr sz="3840" kern="1200" cap="all" baseline="0">
                <a:solidFill>
                  <a:schemeClr val="tx1"/>
                </a:solidFill>
                <a:effectLst/>
                <a:latin typeface="+mj-lt"/>
                <a:ea typeface="+mj-ea"/>
                <a:cs typeface="+mj-cs"/>
              </a:defRPr>
            </a:lvl1pPr>
          </a:lstStyle>
          <a:p>
            <a:pPr>
              <a:lnSpc>
                <a:spcPct val="150000"/>
              </a:lnSpc>
            </a:pPr>
            <a:r>
              <a:rPr lang="en-US" sz="2400" b="1" dirty="0">
                <a:latin typeface="Times New Roman" panose="02020603050405020304" pitchFamily="18" charset="0"/>
                <a:cs typeface="Times New Roman" panose="02020603050405020304" pitchFamily="18" charset="0"/>
              </a:rPr>
              <a:t>ALAGAPPA UNIVERSITY</a:t>
            </a:r>
            <a:br>
              <a:rPr lang="en-US" sz="20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State University | A++ Grade by NAAC(GCPA:3.59)in the 4</a:t>
            </a:r>
            <a:r>
              <a:rPr lang="en-US" sz="1400" baseline="30000" dirty="0">
                <a:latin typeface="Times New Roman" panose="02020603050405020304" pitchFamily="18" charset="0"/>
                <a:cs typeface="Times New Roman" panose="02020603050405020304" pitchFamily="18" charset="0"/>
              </a:rPr>
              <a:t>th</a:t>
            </a:r>
            <a:r>
              <a:rPr lang="en-US" sz="1400" dirty="0">
                <a:latin typeface="Times New Roman" panose="02020603050405020304" pitchFamily="18" charset="0"/>
                <a:cs typeface="Times New Roman" panose="02020603050405020304" pitchFamily="18" charset="0"/>
              </a:rPr>
              <a:t> Cycle in dual mode | Category-I</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University by MHRD-UGC</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Karaikudi-630 003,Tamil Nadu, India</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4ADECF4-8F7D-3181-5FCC-9E4F248504A3}"/>
              </a:ext>
            </a:extLst>
          </p:cNvPr>
          <p:cNvSpPr txBox="1"/>
          <p:nvPr/>
        </p:nvSpPr>
        <p:spPr>
          <a:xfrm>
            <a:off x="1603023" y="2125248"/>
            <a:ext cx="7020234" cy="1556195"/>
          </a:xfrm>
          <a:prstGeom prst="rect">
            <a:avLst/>
          </a:prstGeom>
          <a:noFill/>
        </p:spPr>
        <p:txBody>
          <a:bodyPr wrap="square">
            <a:spAutoFit/>
          </a:bodyPr>
          <a:lstStyle/>
          <a:p>
            <a:pPr algn="ctr">
              <a:lnSpc>
                <a:spcPct val="150000"/>
              </a:lnSpc>
              <a:spcAft>
                <a:spcPts val="1000"/>
              </a:spcAft>
              <a:buNone/>
            </a:pPr>
            <a:r>
              <a:rPr lang="en-US" sz="16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Next Gen IT Industry Trends AI and AGI</a:t>
            </a:r>
          </a:p>
          <a:p>
            <a:pPr algn="ctr">
              <a:lnSpc>
                <a:spcPts val="5040"/>
              </a:lnSpc>
            </a:pPr>
            <a:r>
              <a:rPr lang="en-US" sz="1600" b="1" spc="37" dirty="0">
                <a:solidFill>
                  <a:srgbClr val="000000"/>
                </a:solidFill>
                <a:latin typeface="Times New Roman Bold"/>
                <a:ea typeface="Times New Roman Bold"/>
                <a:cs typeface="Times New Roman Bold"/>
                <a:sym typeface="Times New Roman Bold"/>
              </a:rPr>
              <a:t>Optimizing Wastewater treatment </a:t>
            </a:r>
            <a:r>
              <a:rPr lang="en-US" sz="1600" b="1" spc="39" dirty="0">
                <a:solidFill>
                  <a:srgbClr val="000000"/>
                </a:solidFill>
                <a:latin typeface="Times New Roman Bold"/>
                <a:ea typeface="Times New Roman Bold"/>
                <a:cs typeface="Times New Roman Bold"/>
                <a:sym typeface="Times New Roman Bold"/>
              </a:rPr>
              <a:t>through Artificial Intelligence</a:t>
            </a:r>
          </a:p>
          <a:p>
            <a:pPr algn="ctr">
              <a:lnSpc>
                <a:spcPct val="150000"/>
              </a:lnSpc>
              <a:spcAft>
                <a:spcPts val="1000"/>
              </a:spcAft>
              <a:buNone/>
            </a:pPr>
            <a:endParaRPr lang="en-IN" sz="16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D0A6818D-5ACA-AD89-403E-ECCFEE9868DC}"/>
              </a:ext>
            </a:extLst>
          </p:cNvPr>
          <p:cNvSpPr txBox="1"/>
          <p:nvPr/>
        </p:nvSpPr>
        <p:spPr>
          <a:xfrm>
            <a:off x="2065140" y="5474312"/>
            <a:ext cx="6096000" cy="417422"/>
          </a:xfrm>
          <a:prstGeom prst="rect">
            <a:avLst/>
          </a:prstGeom>
          <a:noFill/>
        </p:spPr>
        <p:txBody>
          <a:bodyPr wrap="square">
            <a:spAutoFit/>
          </a:bodyPr>
          <a:lstStyle/>
          <a:p>
            <a:pPr algn="ctr">
              <a:lnSpc>
                <a:spcPct val="150000"/>
              </a:lnSpc>
              <a:spcAft>
                <a:spcPts val="10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Department of Computer Applications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0D2DB76E-6685-D7CD-018C-1EE5577CC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1457" y="2903346"/>
            <a:ext cx="2607392" cy="2607392"/>
          </a:xfrm>
          <a:prstGeom prst="rect">
            <a:avLst/>
          </a:prstGeom>
        </p:spPr>
      </p:pic>
      <p:sp>
        <p:nvSpPr>
          <p:cNvPr id="12" name="TextBox 11">
            <a:extLst>
              <a:ext uri="{FF2B5EF4-FFF2-40B4-BE49-F238E27FC236}">
                <a16:creationId xmlns:a16="http://schemas.microsoft.com/office/drawing/2014/main" id="{9E270A4D-7F92-D9D7-087B-56CAAD3F15C9}"/>
              </a:ext>
            </a:extLst>
          </p:cNvPr>
          <p:cNvSpPr txBox="1"/>
          <p:nvPr/>
        </p:nvSpPr>
        <p:spPr>
          <a:xfrm>
            <a:off x="1524000" y="6248400"/>
            <a:ext cx="7620000"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a:t>
            </a:r>
            <a:r>
              <a:rPr lang="en-IN" sz="1600" dirty="0" err="1">
                <a:latin typeface="Times New Roman" panose="02020603050405020304" pitchFamily="18" charset="0"/>
                <a:cs typeface="Times New Roman" panose="02020603050405020304" pitchFamily="18" charset="0"/>
              </a:rPr>
              <a:t>ordinator</a:t>
            </a:r>
            <a:r>
              <a:rPr lang="en-IN"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Dr.V</a:t>
            </a:r>
            <a:r>
              <a:rPr lang="en-US" sz="1600" dirty="0">
                <a:latin typeface="Times New Roman" panose="02020603050405020304" pitchFamily="18" charset="0"/>
                <a:cs typeface="Times New Roman" panose="02020603050405020304" pitchFamily="18" charset="0"/>
              </a:rPr>
              <a:t>. PALANISAMY, M.C.A., </a:t>
            </a:r>
            <a:r>
              <a:rPr lang="en-US" sz="1600" dirty="0" err="1">
                <a:latin typeface="Times New Roman" panose="02020603050405020304" pitchFamily="18" charset="0"/>
                <a:cs typeface="Times New Roman" panose="02020603050405020304" pitchFamily="18" charset="0"/>
              </a:rPr>
              <a:t>M.Tech</a:t>
            </a:r>
            <a:r>
              <a:rPr lang="en-US" sz="1600" dirty="0">
                <a:latin typeface="Times New Roman" panose="02020603050405020304" pitchFamily="18" charset="0"/>
                <a:cs typeface="Times New Roman" panose="02020603050405020304" pitchFamily="18" charset="0"/>
              </a:rPr>
              <a:t>., Ph.D. Senior Professor &amp; Head</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307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7A8CA1-F9F7-2FE3-2862-A2B0B35FB15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8E2EB62-B2F8-27F1-0D47-57D13896DDBE}"/>
              </a:ext>
            </a:extLst>
          </p:cNvPr>
          <p:cNvSpPr txBox="1"/>
          <p:nvPr/>
        </p:nvSpPr>
        <p:spPr>
          <a:xfrm>
            <a:off x="533400" y="53340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CONTENTS</a:t>
            </a:r>
          </a:p>
        </p:txBody>
      </p:sp>
      <p:sp>
        <p:nvSpPr>
          <p:cNvPr id="5" name="TextBox 4">
            <a:extLst>
              <a:ext uri="{FF2B5EF4-FFF2-40B4-BE49-F238E27FC236}">
                <a16:creationId xmlns:a16="http://schemas.microsoft.com/office/drawing/2014/main" id="{E3585268-2482-C56D-79FE-93BDD4C64ED1}"/>
              </a:ext>
            </a:extLst>
          </p:cNvPr>
          <p:cNvSpPr txBox="1"/>
          <p:nvPr/>
        </p:nvSpPr>
        <p:spPr>
          <a:xfrm>
            <a:off x="1066800" y="1530190"/>
            <a:ext cx="4419600" cy="4254819"/>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ABSTRACT</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EXSISTING SYSTEM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PROPOSED SYSTEM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SOFTWARE REQUIREMENTS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HARDWARE REQUIREMENTS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MODULES DESCRIPTION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DATA FLOW DIAGRAMS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UML DIAGRAMS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DATABASE DESIGN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USER INTERFACE DESIGN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CONCLUSION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FUTURE ENHANCEMENTS  </a:t>
            </a:r>
          </a:p>
          <a:p>
            <a:pPr marL="285750" indent="-285750" algn="l">
              <a:lnSpc>
                <a:spcPct val="150000"/>
              </a:lnSpc>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BIBLIOGRAPHY </a:t>
            </a:r>
            <a:endParaRPr lang="en-US" sz="1400" spc="18"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580031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0591" y="2133600"/>
            <a:ext cx="7152417" cy="3898503"/>
          </a:xfrm>
          <a:prstGeom prst="rect">
            <a:avLst/>
          </a:prstGeom>
        </p:spPr>
        <p:txBody>
          <a:bodyPr lIns="0" tIns="0" rIns="0" bIns="0" rtlCol="0" anchor="t">
            <a:spAutoFit/>
          </a:bodyPr>
          <a:lstStyle/>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Artificial intelligence (AI) is increasingly being applied to wastewater treatment to enhance efficiency, improve processes, and optimize resource utilization.</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This review focuses on objectives, advantages, outputs, and major findings of various AI models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A critical aspect explored in this review is the cost-effectiveness of implementing AI systems in wastewater treatment. </a:t>
            </a:r>
          </a:p>
          <a:p>
            <a:pPr marL="365353" lvl="1" indent="-182677"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This project will deal with the aspects of water that must be considered in order to Optimize wastewater quality.</a:t>
            </a:r>
          </a:p>
          <a:p>
            <a:pPr marL="365353" lvl="1" indent="-182677"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Various machine learning techniques will be used to thoroughly suspect all the parameters.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p:txBody>
      </p:sp>
      <p:sp>
        <p:nvSpPr>
          <p:cNvPr id="3" name="TextBox 3"/>
          <p:cNvSpPr txBox="1"/>
          <p:nvPr/>
        </p:nvSpPr>
        <p:spPr>
          <a:xfrm>
            <a:off x="579120" y="649100"/>
            <a:ext cx="8595360" cy="723900"/>
          </a:xfrm>
          <a:prstGeom prst="rect">
            <a:avLst/>
          </a:prstGeom>
        </p:spPr>
        <p:txBody>
          <a:bodyPr lIns="0" tIns="0" rIns="0" bIns="0" rtlCol="0" anchor="t">
            <a:spAutoFit/>
          </a:bodyPr>
          <a:lstStyle/>
          <a:p>
            <a:pPr algn="ctr">
              <a:lnSpc>
                <a:spcPts val="5040"/>
              </a:lnSpc>
            </a:pPr>
            <a:r>
              <a:rPr lang="en-US" sz="4200" b="1">
                <a:solidFill>
                  <a:srgbClr val="464646"/>
                </a:solidFill>
                <a:latin typeface="Times New Roman Bold"/>
                <a:ea typeface="Times New Roman Bold"/>
                <a:cs typeface="Times New Roman Bold"/>
                <a:sym typeface="Times New Roman Bold"/>
              </a:rPr>
              <a:t>ABSTRACT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19200" y="2362200"/>
            <a:ext cx="7188118" cy="4578176"/>
          </a:xfrm>
          <a:prstGeom prst="rect">
            <a:avLst/>
          </a:prstGeom>
        </p:spPr>
        <p:txBody>
          <a:bodyPr lIns="0" tIns="0" rIns="0" bIns="0" rtlCol="0" anchor="t">
            <a:spAutoFit/>
          </a:bodyPr>
          <a:lstStyle/>
          <a:p>
            <a:pPr marL="345439" lvl="1" indent="-172720" algn="just">
              <a:lnSpc>
                <a:spcPts val="1919"/>
              </a:lnSpc>
              <a:buFont typeface="Arial"/>
              <a:buChar char="•"/>
            </a:pPr>
            <a:r>
              <a:rPr lang="en-US" sz="2000" dirty="0">
                <a:solidFill>
                  <a:srgbClr val="000000"/>
                </a:solidFill>
                <a:latin typeface="Times New Roman"/>
                <a:ea typeface="Times New Roman"/>
                <a:cs typeface="Times New Roman"/>
                <a:sym typeface="Times New Roman"/>
              </a:rPr>
              <a:t>Various countries have been exploring the integration of AI in wastewater treatment to enhance efficiency, sustainability, and overall water management</a:t>
            </a:r>
          </a:p>
          <a:p>
            <a:pPr marL="345439" lvl="1" indent="-172720"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45439" lvl="1" indent="-172720" algn="just">
              <a:lnSpc>
                <a:spcPts val="1919"/>
              </a:lnSpc>
              <a:buFont typeface="Arial"/>
              <a:buChar char="•"/>
            </a:pPr>
            <a:r>
              <a:rPr lang="en-US" sz="2000" dirty="0">
                <a:solidFill>
                  <a:srgbClr val="000000"/>
                </a:solidFill>
                <a:latin typeface="Times New Roman"/>
                <a:ea typeface="Times New Roman"/>
                <a:cs typeface="Times New Roman"/>
                <a:sym typeface="Times New Roman"/>
              </a:rPr>
              <a:t>SENTRY, a US company, offers wastewater treatment systems with real-time water quality monitoring capabilities.</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45439" lvl="1" indent="-172720" algn="just">
              <a:lnSpc>
                <a:spcPts val="1919"/>
              </a:lnSpc>
              <a:buFont typeface="Arial"/>
              <a:buChar char="•"/>
            </a:pPr>
            <a:r>
              <a:rPr lang="en-US" sz="2000" dirty="0">
                <a:solidFill>
                  <a:srgbClr val="000000"/>
                </a:solidFill>
                <a:latin typeface="Times New Roman"/>
                <a:ea typeface="Times New Roman"/>
                <a:cs typeface="Times New Roman"/>
                <a:sym typeface="Times New Roman"/>
              </a:rPr>
              <a:t>DARROW researchers train AI models using data from a variety of sensors that monitor the water quality and wastewater treatment facility, which is located in the Netherlands.</a:t>
            </a:r>
          </a:p>
          <a:p>
            <a:pPr marL="345439" lvl="1" indent="-172720"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45439" lvl="1" indent="-172720" algn="just">
              <a:lnSpc>
                <a:spcPts val="1919"/>
              </a:lnSpc>
              <a:buFont typeface="Arial"/>
              <a:buChar char="•"/>
            </a:pPr>
            <a:r>
              <a:rPr lang="en-US" sz="2000" dirty="0">
                <a:solidFill>
                  <a:srgbClr val="000000"/>
                </a:solidFill>
                <a:latin typeface="Times New Roman"/>
                <a:ea typeface="Times New Roman"/>
                <a:cs typeface="Times New Roman"/>
                <a:sym typeface="Times New Roman"/>
              </a:rPr>
              <a:t>In order to estimate the quality of water of the Yamuna River in Delhi, India, the potential of four distinct neuro-fuzzy embedded metaheuristic algorithms was examined.</a:t>
            </a:r>
            <a:endParaRPr lang="en-IN" sz="2000" dirty="0">
              <a:solidFill>
                <a:srgbClr val="000000"/>
              </a:solidFill>
              <a:latin typeface="Times New Roman"/>
              <a:ea typeface="Times New Roman"/>
              <a:cs typeface="Times New Roman"/>
              <a:sym typeface="Times New Roman"/>
            </a:endParaRPr>
          </a:p>
          <a:p>
            <a:pPr marL="345439" lvl="1" indent="-172720"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45439" lvl="1" indent="-172720"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45439" lvl="1" indent="-172720"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algn="l">
              <a:lnSpc>
                <a:spcPts val="1679"/>
              </a:lnSpc>
            </a:pPr>
            <a:endParaRPr lang="en-US" sz="2000" dirty="0">
              <a:solidFill>
                <a:srgbClr val="000000"/>
              </a:solidFill>
              <a:latin typeface="Times New Roman"/>
              <a:ea typeface="Times New Roman"/>
              <a:cs typeface="Times New Roman"/>
              <a:sym typeface="Times New Roman"/>
            </a:endParaRPr>
          </a:p>
          <a:p>
            <a:pPr algn="l">
              <a:lnSpc>
                <a:spcPts val="1679"/>
              </a:lnSpc>
            </a:pPr>
            <a:endParaRPr lang="en-US" sz="2000" dirty="0">
              <a:solidFill>
                <a:srgbClr val="000000"/>
              </a:solidFill>
              <a:latin typeface="Times New Roman"/>
              <a:ea typeface="Times New Roman"/>
              <a:cs typeface="Times New Roman"/>
              <a:sym typeface="Times New Roman"/>
            </a:endParaRPr>
          </a:p>
        </p:txBody>
      </p:sp>
      <p:sp>
        <p:nvSpPr>
          <p:cNvPr id="3" name="TextBox 3"/>
          <p:cNvSpPr txBox="1"/>
          <p:nvPr/>
        </p:nvSpPr>
        <p:spPr>
          <a:xfrm>
            <a:off x="731520" y="790450"/>
            <a:ext cx="8595360" cy="723900"/>
          </a:xfrm>
          <a:prstGeom prst="rect">
            <a:avLst/>
          </a:prstGeom>
        </p:spPr>
        <p:txBody>
          <a:bodyPr lIns="0" tIns="0" rIns="0" bIns="0" rtlCol="0" anchor="t">
            <a:spAutoFit/>
          </a:bodyPr>
          <a:lstStyle/>
          <a:p>
            <a:pPr algn="ctr">
              <a:lnSpc>
                <a:spcPts val="5040"/>
              </a:lnSpc>
            </a:pPr>
            <a:r>
              <a:rPr lang="en-US" sz="4200" b="1">
                <a:solidFill>
                  <a:srgbClr val="464646"/>
                </a:solidFill>
                <a:latin typeface="Times New Roman Bold"/>
                <a:ea typeface="Times New Roman Bold"/>
                <a:cs typeface="Times New Roman Bold"/>
                <a:sym typeface="Times New Roman Bold"/>
              </a:rPr>
              <a:t>EXISTING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43000" y="1828800"/>
            <a:ext cx="7566103" cy="4629472"/>
          </a:xfrm>
          <a:prstGeom prst="rect">
            <a:avLst/>
          </a:prstGeom>
        </p:spPr>
        <p:txBody>
          <a:bodyPr wrap="square" lIns="0" tIns="0" rIns="0" bIns="0" rtlCol="0" anchor="t">
            <a:spAutoFit/>
          </a:bodyPr>
          <a:lstStyle/>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The environment, the economy, and human health can all be significantly harmed by low quality water. </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Water resources must be safeguarded and conserved for future generations, so it is crucial that individuals, governments, and companies take action. </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This can be accomplished through using natural resources responsibly, investing in water technology and infrastructure and raising public knowledge of water conservation and pollution prevention.</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The essential parameters must be identified, data must be gathered, pre-processed features must be extracted, models must be chosen and developed, models must be evaluated and finally the system must be deployed.</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65513" lvl="1" indent="-182757" algn="just">
              <a:lnSpc>
                <a:spcPts val="1919"/>
              </a:lnSpc>
              <a:buFont typeface="Arial"/>
              <a:buChar char="•"/>
            </a:pPr>
            <a:r>
              <a:rPr lang="en-US" sz="2000" dirty="0">
                <a:solidFill>
                  <a:srgbClr val="000000"/>
                </a:solidFill>
                <a:latin typeface="Times New Roman"/>
                <a:ea typeface="Times New Roman"/>
                <a:cs typeface="Times New Roman"/>
                <a:sym typeface="Times New Roman"/>
              </a:rPr>
              <a:t> The system can aid in the sustainable management of water resources by assisting in the identification of pollution sources, the detection of anomalies, and the prediction of future water quality levels.</a:t>
            </a:r>
          </a:p>
        </p:txBody>
      </p:sp>
      <p:sp>
        <p:nvSpPr>
          <p:cNvPr id="3" name="TextBox 3"/>
          <p:cNvSpPr txBox="1"/>
          <p:nvPr/>
        </p:nvSpPr>
        <p:spPr>
          <a:xfrm>
            <a:off x="731520" y="802622"/>
            <a:ext cx="8595360" cy="1213485"/>
          </a:xfrm>
          <a:prstGeom prst="rect">
            <a:avLst/>
          </a:prstGeom>
        </p:spPr>
        <p:txBody>
          <a:bodyPr lIns="0" tIns="0" rIns="0" bIns="0" rtlCol="0" anchor="t">
            <a:spAutoFit/>
          </a:bodyPr>
          <a:lstStyle/>
          <a:p>
            <a:pPr algn="ctr">
              <a:lnSpc>
                <a:spcPts val="5120"/>
              </a:lnSpc>
            </a:pPr>
            <a:r>
              <a:rPr lang="en-US" sz="4266" b="1">
                <a:solidFill>
                  <a:srgbClr val="464646"/>
                </a:solidFill>
                <a:latin typeface="Times New Roman Bold"/>
                <a:ea typeface="Times New Roman Bold"/>
                <a:cs typeface="Times New Roman Bold"/>
                <a:sym typeface="Times New Roman Bold"/>
              </a:rPr>
              <a:t>PROPOSED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8200" y="2057400"/>
            <a:ext cx="9256684" cy="4385816"/>
          </a:xfrm>
          <a:prstGeom prst="rect">
            <a:avLst/>
          </a:prstGeom>
        </p:spPr>
        <p:txBody>
          <a:bodyPr wrap="square" lIns="0" tIns="0" rIns="0" bIns="0" rtlCol="0" anchor="t">
            <a:spAutoFit/>
          </a:bodyPr>
          <a:lstStyle/>
          <a:p>
            <a:pPr algn="just">
              <a:lnSpc>
                <a:spcPts val="1919"/>
              </a:lnSpc>
            </a:pPr>
            <a:endParaRPr sz="2000" dirty="0"/>
          </a:p>
          <a:p>
            <a:pPr marL="352145" lvl="1" indent="-176073" algn="just">
              <a:lnSpc>
                <a:spcPts val="1919"/>
              </a:lnSpc>
              <a:buFont typeface="Arial"/>
              <a:buChar char="•"/>
            </a:pPr>
            <a:r>
              <a:rPr lang="en-US" sz="2000" b="1" dirty="0">
                <a:solidFill>
                  <a:srgbClr val="000000"/>
                </a:solidFill>
                <a:latin typeface="Times New Roman Bold"/>
                <a:ea typeface="Times New Roman Bold"/>
                <a:cs typeface="Times New Roman Bold"/>
                <a:sym typeface="Times New Roman Bold"/>
              </a:rPr>
              <a:t>Processor</a:t>
            </a:r>
            <a:r>
              <a:rPr lang="en-US" sz="2000" dirty="0">
                <a:solidFill>
                  <a:srgbClr val="000000"/>
                </a:solidFill>
                <a:latin typeface="Times New Roman"/>
                <a:ea typeface="Times New Roman"/>
                <a:cs typeface="Times New Roman"/>
                <a:sym typeface="Times New Roman"/>
              </a:rPr>
              <a:t>                                 :           Intel(R) Core(TM) i3</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52145" lvl="1" indent="-176073" algn="just">
              <a:lnSpc>
                <a:spcPts val="1919"/>
              </a:lnSpc>
              <a:buFont typeface="Arial"/>
              <a:buChar char="•"/>
            </a:pPr>
            <a:r>
              <a:rPr lang="en-US" sz="2000" b="1" dirty="0">
                <a:solidFill>
                  <a:srgbClr val="000000"/>
                </a:solidFill>
                <a:latin typeface="Times New Roman Bold"/>
                <a:ea typeface="Times New Roman Bold"/>
                <a:cs typeface="Times New Roman Bold"/>
                <a:sym typeface="Times New Roman Bold"/>
              </a:rPr>
              <a:t>Ram</a:t>
            </a:r>
            <a:r>
              <a:rPr lang="en-US" sz="2000" dirty="0">
                <a:solidFill>
                  <a:srgbClr val="000000"/>
                </a:solidFill>
                <a:latin typeface="Times New Roman"/>
                <a:ea typeface="Times New Roman"/>
                <a:cs typeface="Times New Roman"/>
                <a:sym typeface="Times New Roman"/>
              </a:rPr>
              <a:t>                                         :           4 GB</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52145" lvl="1" indent="-176073" algn="just">
              <a:lnSpc>
                <a:spcPts val="1919"/>
              </a:lnSpc>
              <a:buFont typeface="Arial"/>
              <a:buChar char="•"/>
            </a:pPr>
            <a:r>
              <a:rPr lang="en-US" sz="2000" b="1" dirty="0">
                <a:solidFill>
                  <a:srgbClr val="000000"/>
                </a:solidFill>
                <a:latin typeface="Times New Roman Bold"/>
                <a:ea typeface="Times New Roman Bold"/>
                <a:cs typeface="Times New Roman Bold"/>
                <a:sym typeface="Times New Roman Bold"/>
              </a:rPr>
              <a:t>Hard Disk Drive</a:t>
            </a:r>
            <a:r>
              <a:rPr lang="en-US" sz="2000" dirty="0">
                <a:solidFill>
                  <a:srgbClr val="000000"/>
                </a:solidFill>
                <a:latin typeface="Times New Roman"/>
                <a:ea typeface="Times New Roman"/>
                <a:cs typeface="Times New Roman"/>
                <a:sym typeface="Times New Roman"/>
              </a:rPr>
              <a:t>                     :            256 GB</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52145" lvl="1" indent="-176073" algn="just">
              <a:lnSpc>
                <a:spcPts val="1919"/>
              </a:lnSpc>
              <a:buFont typeface="Arial"/>
              <a:buChar char="•"/>
            </a:pPr>
            <a:r>
              <a:rPr lang="en-US" sz="2000" b="1" dirty="0">
                <a:solidFill>
                  <a:srgbClr val="000000"/>
                </a:solidFill>
                <a:latin typeface="Times New Roman Bold"/>
                <a:ea typeface="Times New Roman Bold"/>
                <a:cs typeface="Times New Roman Bold"/>
                <a:sym typeface="Times New Roman Bold"/>
              </a:rPr>
              <a:t>Microcontroller</a:t>
            </a:r>
            <a:r>
              <a:rPr lang="en-US" sz="2000" dirty="0">
                <a:solidFill>
                  <a:srgbClr val="000000"/>
                </a:solidFill>
                <a:latin typeface="Times New Roman"/>
                <a:ea typeface="Times New Roman"/>
                <a:cs typeface="Times New Roman"/>
                <a:sym typeface="Times New Roman"/>
              </a:rPr>
              <a:t>                      :            ESP32 series, 32-bit dual-core MCU,</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45439" lvl="1" indent="-172720" algn="just">
              <a:lnSpc>
                <a:spcPts val="1919"/>
              </a:lnSpc>
              <a:buFont typeface="Arial"/>
              <a:buChar char="•"/>
            </a:pPr>
            <a:r>
              <a:rPr lang="en-US" sz="2000" b="1" dirty="0">
                <a:solidFill>
                  <a:srgbClr val="000000"/>
                </a:solidFill>
                <a:latin typeface="Times New Roman Bold"/>
                <a:ea typeface="Times New Roman Bold"/>
                <a:cs typeface="Times New Roman Bold"/>
                <a:sym typeface="Times New Roman Bold"/>
              </a:rPr>
              <a:t>Water  Quality  Sensors</a:t>
            </a:r>
            <a:r>
              <a:rPr lang="en-US" sz="2000" dirty="0">
                <a:solidFill>
                  <a:srgbClr val="000000"/>
                </a:solidFill>
                <a:latin typeface="Times New Roman"/>
                <a:ea typeface="Times New Roman"/>
                <a:cs typeface="Times New Roman"/>
                <a:sym typeface="Times New Roman"/>
              </a:rPr>
              <a:t>         :             PH ,</a:t>
            </a:r>
            <a:r>
              <a:rPr lang="en-US" sz="2000" dirty="0" err="1">
                <a:solidFill>
                  <a:srgbClr val="000000"/>
                </a:solidFill>
                <a:latin typeface="Times New Roman"/>
                <a:ea typeface="Times New Roman"/>
                <a:cs typeface="Times New Roman"/>
                <a:sym typeface="Times New Roman"/>
              </a:rPr>
              <a:t>Turbidity,Temperature</a:t>
            </a:r>
            <a:r>
              <a:rPr lang="en-US" sz="2000" dirty="0">
                <a:solidFill>
                  <a:srgbClr val="000000"/>
                </a:solidFill>
                <a:latin typeface="Times New Roman"/>
                <a:ea typeface="Times New Roman"/>
                <a:cs typeface="Times New Roman"/>
                <a:sym typeface="Times New Roman"/>
              </a:rPr>
              <a:t> probe</a:t>
            </a:r>
          </a:p>
          <a:p>
            <a:pPr marL="352213" lvl="1" indent="-176106" algn="just">
              <a:lnSpc>
                <a:spcPts val="1919"/>
              </a:lnSpc>
            </a:pPr>
            <a:endParaRPr lang="en-US" sz="2000" dirty="0">
              <a:solidFill>
                <a:srgbClr val="000000"/>
              </a:solidFill>
              <a:latin typeface="Times New Roman"/>
              <a:ea typeface="Times New Roman"/>
              <a:cs typeface="Times New Roman"/>
              <a:sym typeface="Times New Roman"/>
            </a:endParaRPr>
          </a:p>
          <a:p>
            <a:pPr marL="352145" lvl="1" indent="-176073" algn="just">
              <a:lnSpc>
                <a:spcPts val="1919"/>
              </a:lnSpc>
              <a:buFont typeface="Arial"/>
              <a:buChar char="•"/>
            </a:pPr>
            <a:r>
              <a:rPr lang="en-US" sz="2000" b="1" dirty="0">
                <a:solidFill>
                  <a:srgbClr val="000000"/>
                </a:solidFill>
                <a:latin typeface="Times New Roman Bold"/>
                <a:ea typeface="Times New Roman Bold"/>
                <a:cs typeface="Times New Roman Bold"/>
                <a:sym typeface="Times New Roman Bold"/>
              </a:rPr>
              <a:t>Power supply</a:t>
            </a:r>
            <a:r>
              <a:rPr lang="en-US" sz="2000" dirty="0">
                <a:solidFill>
                  <a:srgbClr val="000000"/>
                </a:solidFill>
                <a:latin typeface="Times New Roman"/>
                <a:ea typeface="Times New Roman"/>
                <a:cs typeface="Times New Roman"/>
                <a:sym typeface="Times New Roman"/>
              </a:rPr>
              <a:t>                          :            Voltage regulators</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52145" lvl="1" indent="-176073" algn="just">
              <a:lnSpc>
                <a:spcPts val="1919"/>
              </a:lnSpc>
              <a:buFont typeface="Arial"/>
              <a:buChar char="•"/>
            </a:pPr>
            <a:r>
              <a:rPr lang="en-US" sz="2000" b="1" dirty="0">
                <a:solidFill>
                  <a:srgbClr val="000000"/>
                </a:solidFill>
                <a:latin typeface="Times New Roman Bold"/>
                <a:ea typeface="Times New Roman Bold"/>
                <a:cs typeface="Times New Roman Bold"/>
                <a:sym typeface="Times New Roman Bold"/>
              </a:rPr>
              <a:t>Communication module</a:t>
            </a:r>
            <a:r>
              <a:rPr lang="en-US" sz="2000" dirty="0">
                <a:solidFill>
                  <a:srgbClr val="000000"/>
                </a:solidFill>
                <a:latin typeface="Times New Roman"/>
                <a:ea typeface="Times New Roman"/>
                <a:cs typeface="Times New Roman"/>
                <a:sym typeface="Times New Roman"/>
              </a:rPr>
              <a:t>        :            </a:t>
            </a:r>
            <a:r>
              <a:rPr lang="en-US" sz="2000" dirty="0" err="1">
                <a:solidFill>
                  <a:srgbClr val="000000"/>
                </a:solidFill>
                <a:latin typeface="Times New Roman"/>
                <a:ea typeface="Times New Roman"/>
                <a:cs typeface="Times New Roman"/>
                <a:sym typeface="Times New Roman"/>
              </a:rPr>
              <a:t>Thingspeak</a:t>
            </a:r>
            <a:r>
              <a:rPr lang="en-US" sz="2000" dirty="0">
                <a:solidFill>
                  <a:srgbClr val="000000"/>
                </a:solidFill>
                <a:latin typeface="Times New Roman"/>
                <a:ea typeface="Times New Roman"/>
                <a:cs typeface="Times New Roman"/>
                <a:sym typeface="Times New Roman"/>
              </a:rPr>
              <a:t>(Cloud)</a:t>
            </a:r>
          </a:p>
          <a:p>
            <a:pPr algn="just">
              <a:lnSpc>
                <a:spcPts val="1919"/>
              </a:lnSpc>
            </a:pPr>
            <a:endParaRPr lang="en-US" sz="2000" dirty="0">
              <a:solidFill>
                <a:srgbClr val="000000"/>
              </a:solidFill>
              <a:latin typeface="Times New Roman"/>
              <a:ea typeface="Times New Roman"/>
              <a:cs typeface="Times New Roman"/>
              <a:sym typeface="Times New Roman"/>
            </a:endParaRPr>
          </a:p>
          <a:p>
            <a:pPr algn="just">
              <a:lnSpc>
                <a:spcPts val="1919"/>
              </a:lnSpc>
            </a:pPr>
            <a:endParaRPr lang="en-US" sz="2000" dirty="0">
              <a:solidFill>
                <a:srgbClr val="000000"/>
              </a:solidFill>
              <a:latin typeface="Times New Roman"/>
              <a:ea typeface="Times New Roman"/>
              <a:cs typeface="Times New Roman"/>
              <a:sym typeface="Times New Roman"/>
            </a:endParaRPr>
          </a:p>
          <a:p>
            <a:pPr algn="just">
              <a:lnSpc>
                <a:spcPts val="1919"/>
              </a:lnSpc>
            </a:pPr>
            <a:endParaRPr lang="en-US" sz="2000" dirty="0">
              <a:solidFill>
                <a:srgbClr val="000000"/>
              </a:solidFill>
              <a:latin typeface="Times New Roman"/>
              <a:ea typeface="Times New Roman"/>
              <a:cs typeface="Times New Roman"/>
              <a:sym typeface="Times New Roman"/>
            </a:endParaRPr>
          </a:p>
          <a:p>
            <a:pPr marL="352213" lvl="1" indent="-176106" algn="just">
              <a:lnSpc>
                <a:spcPts val="1919"/>
              </a:lnSpc>
            </a:pPr>
            <a:endParaRPr lang="en-US" sz="2000" dirty="0">
              <a:solidFill>
                <a:srgbClr val="000000"/>
              </a:solidFill>
              <a:latin typeface="Times New Roman"/>
              <a:ea typeface="Times New Roman"/>
              <a:cs typeface="Times New Roman"/>
              <a:sym typeface="Times New Roman"/>
            </a:endParaRPr>
          </a:p>
        </p:txBody>
      </p:sp>
      <p:sp>
        <p:nvSpPr>
          <p:cNvPr id="3" name="TextBox 3"/>
          <p:cNvSpPr txBox="1"/>
          <p:nvPr/>
        </p:nvSpPr>
        <p:spPr>
          <a:xfrm>
            <a:off x="579120" y="900662"/>
            <a:ext cx="8595360" cy="733425"/>
          </a:xfrm>
          <a:prstGeom prst="rect">
            <a:avLst/>
          </a:prstGeom>
        </p:spPr>
        <p:txBody>
          <a:bodyPr lIns="0" tIns="0" rIns="0" bIns="0" rtlCol="0" anchor="t">
            <a:spAutoFit/>
          </a:bodyPr>
          <a:lstStyle/>
          <a:p>
            <a:pPr algn="ctr">
              <a:lnSpc>
                <a:spcPts val="5120"/>
              </a:lnSpc>
            </a:pPr>
            <a:r>
              <a:rPr lang="en-US" sz="4266" b="1">
                <a:solidFill>
                  <a:srgbClr val="464646"/>
                </a:solidFill>
                <a:latin typeface="Times New Roman Bold"/>
                <a:ea typeface="Times New Roman Bold"/>
                <a:cs typeface="Times New Roman Bold"/>
                <a:sym typeface="Times New Roman Bold"/>
              </a:rPr>
              <a:t>HARDWARE REQUIREMENTS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00" y="2362200"/>
            <a:ext cx="8869680" cy="2923877"/>
          </a:xfrm>
          <a:prstGeom prst="rect">
            <a:avLst/>
          </a:prstGeom>
        </p:spPr>
        <p:txBody>
          <a:bodyPr wrap="square" lIns="0" tIns="0" rIns="0" bIns="0" rtlCol="0" anchor="t">
            <a:spAutoFit/>
          </a:bodyPr>
          <a:lstStyle/>
          <a:p>
            <a:pPr marL="345439" lvl="1" indent="-172720" algn="l">
              <a:lnSpc>
                <a:spcPts val="1919"/>
              </a:lnSpc>
              <a:buFont typeface="Arial"/>
              <a:buChar char="•"/>
            </a:pPr>
            <a:r>
              <a:rPr lang="en-US" sz="2000" b="1" spc="1" dirty="0">
                <a:solidFill>
                  <a:srgbClr val="000000"/>
                </a:solidFill>
                <a:latin typeface="Times New Roman Bold"/>
                <a:ea typeface="Times New Roman Bold"/>
                <a:cs typeface="Times New Roman Bold"/>
                <a:sym typeface="Times New Roman Bold"/>
              </a:rPr>
              <a:t>Operating System                    :     </a:t>
            </a:r>
            <a:r>
              <a:rPr lang="en-US" sz="2000" spc="1" dirty="0">
                <a:solidFill>
                  <a:srgbClr val="000000"/>
                </a:solidFill>
                <a:latin typeface="Times New Roman"/>
                <a:ea typeface="Times New Roman"/>
                <a:cs typeface="Times New Roman"/>
                <a:sym typeface="Times New Roman"/>
              </a:rPr>
              <a:t>Windows</a:t>
            </a:r>
            <a:r>
              <a:rPr lang="en-US" sz="2000" b="1" spc="1" dirty="0">
                <a:solidFill>
                  <a:srgbClr val="000000"/>
                </a:solidFill>
                <a:latin typeface="Times New Roman Bold"/>
                <a:ea typeface="Times New Roman Bold"/>
                <a:cs typeface="Times New Roman Bold"/>
                <a:sym typeface="Times New Roman Bold"/>
              </a:rPr>
              <a:t> </a:t>
            </a:r>
            <a:r>
              <a:rPr lang="en-US" sz="2000" spc="1" dirty="0">
                <a:solidFill>
                  <a:srgbClr val="000000"/>
                </a:solidFill>
                <a:latin typeface="Times New Roman"/>
                <a:ea typeface="Times New Roman"/>
                <a:cs typeface="Times New Roman"/>
                <a:sym typeface="Times New Roman"/>
              </a:rPr>
              <a:t>10/11</a:t>
            </a:r>
          </a:p>
          <a:p>
            <a:pPr algn="l">
              <a:lnSpc>
                <a:spcPts val="1919"/>
              </a:lnSpc>
            </a:pPr>
            <a:endParaRPr lang="en-US" sz="2000" spc="1" dirty="0">
              <a:solidFill>
                <a:srgbClr val="000000"/>
              </a:solidFill>
              <a:latin typeface="Times New Roman"/>
              <a:ea typeface="Times New Roman"/>
              <a:cs typeface="Times New Roman"/>
              <a:sym typeface="Times New Roman"/>
            </a:endParaRPr>
          </a:p>
          <a:p>
            <a:pPr marL="345439" lvl="1" indent="-172720" algn="l">
              <a:lnSpc>
                <a:spcPts val="1919"/>
              </a:lnSpc>
              <a:buFont typeface="Arial"/>
              <a:buChar char="•"/>
            </a:pPr>
            <a:r>
              <a:rPr lang="en-US" sz="2000" b="1" spc="1" dirty="0">
                <a:solidFill>
                  <a:srgbClr val="000000"/>
                </a:solidFill>
                <a:latin typeface="Times New Roman Bold"/>
                <a:ea typeface="Times New Roman Bold"/>
                <a:cs typeface="Times New Roman Bold"/>
                <a:sym typeface="Times New Roman Bold"/>
              </a:rPr>
              <a:t>Programming Environment   :    </a:t>
            </a:r>
            <a:r>
              <a:rPr lang="en-US" sz="2000" spc="1" dirty="0">
                <a:solidFill>
                  <a:srgbClr val="000000"/>
                </a:solidFill>
                <a:latin typeface="Times New Roman"/>
                <a:ea typeface="Times New Roman"/>
                <a:cs typeface="Times New Roman"/>
                <a:sym typeface="Times New Roman"/>
              </a:rPr>
              <a:t>Arduino </a:t>
            </a:r>
            <a:r>
              <a:rPr lang="en-US" sz="2000" spc="1" dirty="0" err="1">
                <a:solidFill>
                  <a:srgbClr val="000000"/>
                </a:solidFill>
                <a:latin typeface="Times New Roman"/>
                <a:ea typeface="Times New Roman"/>
                <a:cs typeface="Times New Roman"/>
                <a:sym typeface="Times New Roman"/>
              </a:rPr>
              <a:t>IDE,Google</a:t>
            </a:r>
            <a:r>
              <a:rPr lang="en-US" sz="2000" spc="1" dirty="0">
                <a:solidFill>
                  <a:srgbClr val="000000"/>
                </a:solidFill>
                <a:latin typeface="Times New Roman"/>
                <a:ea typeface="Times New Roman"/>
                <a:cs typeface="Times New Roman"/>
                <a:sym typeface="Times New Roman"/>
              </a:rPr>
              <a:t> </a:t>
            </a:r>
            <a:r>
              <a:rPr lang="en-US" sz="2000" spc="1" dirty="0" err="1">
                <a:solidFill>
                  <a:srgbClr val="000000"/>
                </a:solidFill>
                <a:latin typeface="Times New Roman"/>
                <a:ea typeface="Times New Roman"/>
                <a:cs typeface="Times New Roman"/>
                <a:sym typeface="Times New Roman"/>
              </a:rPr>
              <a:t>Colab</a:t>
            </a:r>
            <a:endParaRPr lang="en-US" sz="2000" spc="1" dirty="0">
              <a:solidFill>
                <a:srgbClr val="000000"/>
              </a:solidFill>
              <a:latin typeface="Times New Roman"/>
              <a:ea typeface="Times New Roman"/>
              <a:cs typeface="Times New Roman"/>
              <a:sym typeface="Times New Roman"/>
            </a:endParaRPr>
          </a:p>
          <a:p>
            <a:pPr marL="331312" lvl="1" indent="-165656" algn="l">
              <a:lnSpc>
                <a:spcPts val="1919"/>
              </a:lnSpc>
            </a:pPr>
            <a:endParaRPr lang="en-US" sz="2000" spc="1" dirty="0">
              <a:solidFill>
                <a:srgbClr val="000000"/>
              </a:solidFill>
              <a:latin typeface="Times New Roman"/>
              <a:ea typeface="Times New Roman"/>
              <a:cs typeface="Times New Roman"/>
              <a:sym typeface="Times New Roman"/>
            </a:endParaRPr>
          </a:p>
          <a:p>
            <a:pPr marL="345439" lvl="1" indent="-172720" algn="l">
              <a:lnSpc>
                <a:spcPts val="1919"/>
              </a:lnSpc>
              <a:buFont typeface="Arial"/>
              <a:buChar char="•"/>
            </a:pPr>
            <a:r>
              <a:rPr lang="en-US" sz="2000" b="1" spc="1" dirty="0">
                <a:solidFill>
                  <a:srgbClr val="000000"/>
                </a:solidFill>
                <a:latin typeface="Times New Roman Bold"/>
                <a:ea typeface="Times New Roman Bold"/>
                <a:cs typeface="Times New Roman Bold"/>
                <a:sym typeface="Times New Roman Bold"/>
              </a:rPr>
              <a:t>Firmware Libraries                 :    </a:t>
            </a:r>
            <a:r>
              <a:rPr lang="en-US" sz="2000" spc="1" dirty="0">
                <a:solidFill>
                  <a:srgbClr val="000000"/>
                </a:solidFill>
                <a:latin typeface="Times New Roman"/>
                <a:ea typeface="Times New Roman"/>
                <a:cs typeface="Times New Roman"/>
                <a:sym typeface="Times New Roman"/>
              </a:rPr>
              <a:t>Sensor-specific libraries (e.g., for pH, turbidity)</a:t>
            </a:r>
          </a:p>
          <a:p>
            <a:pPr marL="331312" lvl="1" indent="-165656" algn="l">
              <a:lnSpc>
                <a:spcPts val="1919"/>
              </a:lnSpc>
            </a:pPr>
            <a:endParaRPr lang="en-US" sz="2000" spc="1" dirty="0">
              <a:solidFill>
                <a:srgbClr val="000000"/>
              </a:solidFill>
              <a:latin typeface="Times New Roman"/>
              <a:ea typeface="Times New Roman"/>
              <a:cs typeface="Times New Roman"/>
              <a:sym typeface="Times New Roman"/>
            </a:endParaRPr>
          </a:p>
          <a:p>
            <a:pPr marL="345439" lvl="1" indent="-172720" algn="l">
              <a:lnSpc>
                <a:spcPts val="1919"/>
              </a:lnSpc>
              <a:buFont typeface="Arial"/>
              <a:buChar char="•"/>
            </a:pPr>
            <a:r>
              <a:rPr lang="en-US" sz="2000" b="1" spc="1" dirty="0" err="1">
                <a:solidFill>
                  <a:srgbClr val="000000"/>
                </a:solidFill>
                <a:latin typeface="Times New Roman Bold"/>
                <a:ea typeface="Times New Roman Bold"/>
                <a:cs typeface="Times New Roman Bold"/>
                <a:sym typeface="Times New Roman Bold"/>
              </a:rPr>
              <a:t>IoT</a:t>
            </a:r>
            <a:r>
              <a:rPr lang="en-US" sz="2000" b="1" spc="1" dirty="0">
                <a:solidFill>
                  <a:srgbClr val="000000"/>
                </a:solidFill>
                <a:latin typeface="Times New Roman Bold"/>
                <a:ea typeface="Times New Roman Bold"/>
                <a:cs typeface="Times New Roman Bold"/>
                <a:sym typeface="Times New Roman Bold"/>
              </a:rPr>
              <a:t> Platform                            :    </a:t>
            </a:r>
            <a:r>
              <a:rPr lang="en-US" sz="2000" spc="1" dirty="0" err="1">
                <a:solidFill>
                  <a:srgbClr val="000000"/>
                </a:solidFill>
                <a:latin typeface="Times New Roman"/>
                <a:ea typeface="Times New Roman"/>
                <a:cs typeface="Times New Roman"/>
                <a:sym typeface="Times New Roman"/>
              </a:rPr>
              <a:t>Thingspeak</a:t>
            </a:r>
            <a:r>
              <a:rPr lang="en-US" sz="2000" spc="1" dirty="0">
                <a:solidFill>
                  <a:srgbClr val="000000"/>
                </a:solidFill>
                <a:latin typeface="Times New Roman"/>
                <a:ea typeface="Times New Roman"/>
                <a:cs typeface="Times New Roman"/>
                <a:sym typeface="Times New Roman"/>
              </a:rPr>
              <a:t> IO(for visualizing sensor data)</a:t>
            </a:r>
          </a:p>
          <a:p>
            <a:pPr marL="331312" lvl="1" indent="-165656" algn="l">
              <a:lnSpc>
                <a:spcPts val="1919"/>
              </a:lnSpc>
            </a:pPr>
            <a:endParaRPr lang="en-US" sz="2000" spc="1" dirty="0">
              <a:solidFill>
                <a:srgbClr val="000000"/>
              </a:solidFill>
              <a:latin typeface="Times New Roman"/>
              <a:ea typeface="Times New Roman"/>
              <a:cs typeface="Times New Roman"/>
              <a:sym typeface="Times New Roman"/>
            </a:endParaRPr>
          </a:p>
          <a:p>
            <a:pPr marL="331312" lvl="1" indent="-165656" algn="l">
              <a:lnSpc>
                <a:spcPts val="1919"/>
              </a:lnSpc>
              <a:buFont typeface="Arial"/>
              <a:buChar char="•"/>
            </a:pPr>
            <a:r>
              <a:rPr lang="en-US" sz="2000" b="1" spc="1" dirty="0">
                <a:solidFill>
                  <a:srgbClr val="000000"/>
                </a:solidFill>
                <a:latin typeface="Times New Roman Bold"/>
                <a:ea typeface="Times New Roman Bold"/>
                <a:cs typeface="Times New Roman Bold"/>
                <a:sym typeface="Times New Roman Bold"/>
              </a:rPr>
              <a:t>Cloud/Server Setup                </a:t>
            </a:r>
            <a:r>
              <a:rPr lang="en-US" sz="2000" spc="1" dirty="0">
                <a:solidFill>
                  <a:srgbClr val="000000"/>
                </a:solidFill>
                <a:latin typeface="Times New Roman"/>
                <a:ea typeface="Times New Roman"/>
                <a:cs typeface="Times New Roman"/>
                <a:sym typeface="Times New Roman"/>
              </a:rPr>
              <a:t> </a:t>
            </a:r>
            <a:r>
              <a:rPr lang="en-US" sz="2000" b="1" spc="1" dirty="0">
                <a:solidFill>
                  <a:srgbClr val="000000"/>
                </a:solidFill>
                <a:latin typeface="Times New Roman Bold"/>
                <a:ea typeface="Times New Roman Bold"/>
                <a:cs typeface="Times New Roman Bold"/>
                <a:sym typeface="Times New Roman Bold"/>
              </a:rPr>
              <a:t>:     </a:t>
            </a:r>
            <a:r>
              <a:rPr lang="en-US" sz="2000" spc="1" dirty="0" err="1">
                <a:solidFill>
                  <a:srgbClr val="000000"/>
                </a:solidFill>
                <a:latin typeface="Times New Roman"/>
                <a:ea typeface="Times New Roman"/>
                <a:cs typeface="Times New Roman"/>
                <a:sym typeface="Times New Roman"/>
              </a:rPr>
              <a:t>ThingSpeak</a:t>
            </a:r>
            <a:endParaRPr lang="en-US" sz="2000" spc="1" dirty="0">
              <a:solidFill>
                <a:srgbClr val="000000"/>
              </a:solidFill>
              <a:latin typeface="Times New Roman"/>
              <a:ea typeface="Times New Roman"/>
              <a:cs typeface="Times New Roman"/>
              <a:sym typeface="Times New Roman"/>
            </a:endParaRPr>
          </a:p>
          <a:p>
            <a:pPr marL="331312" lvl="1" indent="-165656" algn="l">
              <a:lnSpc>
                <a:spcPts val="1919"/>
              </a:lnSpc>
            </a:pPr>
            <a:endParaRPr lang="en-US" sz="2000" spc="1" dirty="0">
              <a:solidFill>
                <a:srgbClr val="000000"/>
              </a:solidFill>
              <a:latin typeface="Times New Roman"/>
              <a:ea typeface="Times New Roman"/>
              <a:cs typeface="Times New Roman"/>
              <a:sym typeface="Times New Roman"/>
            </a:endParaRPr>
          </a:p>
          <a:p>
            <a:pPr marL="331312" lvl="1" indent="-165656" algn="l">
              <a:lnSpc>
                <a:spcPts val="1919"/>
              </a:lnSpc>
            </a:pPr>
            <a:endParaRPr lang="en-US" sz="2000" spc="1" dirty="0">
              <a:solidFill>
                <a:srgbClr val="000000"/>
              </a:solidFill>
              <a:latin typeface="Times New Roman"/>
              <a:ea typeface="Times New Roman"/>
              <a:cs typeface="Times New Roman"/>
              <a:sym typeface="Times New Roman"/>
            </a:endParaRPr>
          </a:p>
          <a:p>
            <a:pPr marL="331312" lvl="1" indent="-165656" algn="l">
              <a:lnSpc>
                <a:spcPts val="1919"/>
              </a:lnSpc>
            </a:pPr>
            <a:endParaRPr lang="en-US" sz="2000" spc="1" dirty="0">
              <a:solidFill>
                <a:srgbClr val="000000"/>
              </a:solidFill>
              <a:latin typeface="Times New Roman"/>
              <a:ea typeface="Times New Roman"/>
              <a:cs typeface="Times New Roman"/>
              <a:sym typeface="Times New Roman"/>
            </a:endParaRPr>
          </a:p>
        </p:txBody>
      </p:sp>
      <p:sp>
        <p:nvSpPr>
          <p:cNvPr id="3" name="TextBox 3"/>
          <p:cNvSpPr txBox="1"/>
          <p:nvPr/>
        </p:nvSpPr>
        <p:spPr>
          <a:xfrm>
            <a:off x="579120" y="645795"/>
            <a:ext cx="8595360" cy="1213485"/>
          </a:xfrm>
          <a:prstGeom prst="rect">
            <a:avLst/>
          </a:prstGeom>
        </p:spPr>
        <p:txBody>
          <a:bodyPr lIns="0" tIns="0" rIns="0" bIns="0" rtlCol="0" anchor="t">
            <a:spAutoFit/>
          </a:bodyPr>
          <a:lstStyle/>
          <a:p>
            <a:pPr algn="ctr">
              <a:lnSpc>
                <a:spcPts val="5120"/>
              </a:lnSpc>
            </a:pPr>
            <a:r>
              <a:rPr lang="en-US" sz="4266" b="1">
                <a:solidFill>
                  <a:srgbClr val="464646"/>
                </a:solidFill>
                <a:latin typeface="Times New Roman Bold"/>
                <a:ea typeface="Times New Roman Bold"/>
                <a:cs typeface="Times New Roman Bold"/>
                <a:sym typeface="Times New Roman Bold"/>
              </a:rPr>
              <a:t>SOFTWARE REQUIREMENTS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MODULES</a:t>
            </a:r>
          </a:p>
        </p:txBody>
      </p:sp>
      <p:sp>
        <p:nvSpPr>
          <p:cNvPr id="12" name="TextBox 11">
            <a:extLst>
              <a:ext uri="{FF2B5EF4-FFF2-40B4-BE49-F238E27FC236}">
                <a16:creationId xmlns:a16="http://schemas.microsoft.com/office/drawing/2014/main" id="{3DABE788-833D-08DD-4DC3-086D0A79F8D2}"/>
              </a:ext>
            </a:extLst>
          </p:cNvPr>
          <p:cNvSpPr txBox="1"/>
          <p:nvPr/>
        </p:nvSpPr>
        <p:spPr>
          <a:xfrm>
            <a:off x="1143000" y="1706907"/>
            <a:ext cx="5715000" cy="5430141"/>
          </a:xfrm>
          <a:prstGeom prst="rect">
            <a:avLst/>
          </a:prstGeom>
        </p:spPr>
        <p:txBody>
          <a:bodyPr wrap="square" lIns="0" tIns="0" rIns="0" bIns="0" rtlCol="0" anchor="t">
            <a:spAutoFit/>
          </a:bodyPr>
          <a:lstStyle/>
          <a:p>
            <a:pPr algn="l">
              <a:lnSpc>
                <a:spcPts val="2520"/>
              </a:lnSpc>
            </a:pPr>
            <a:r>
              <a:rPr lang="en-US" sz="2000" spc="18" dirty="0">
                <a:solidFill>
                  <a:srgbClr val="000000"/>
                </a:solidFill>
                <a:latin typeface="Times New Roman"/>
                <a:ea typeface="Times New Roman"/>
                <a:cs typeface="Times New Roman"/>
                <a:sym typeface="Times New Roman"/>
              </a:rPr>
              <a:t>The Project contain the following modules:</a:t>
            </a:r>
          </a:p>
          <a:p>
            <a:pPr algn="l">
              <a:lnSpc>
                <a:spcPts val="2520"/>
              </a:lnSpc>
            </a:pPr>
            <a:r>
              <a:rPr lang="en-US" sz="2000" spc="18" dirty="0">
                <a:solidFill>
                  <a:srgbClr val="000000"/>
                </a:solidFill>
                <a:latin typeface="Times New Roman"/>
                <a:ea typeface="Times New Roman"/>
                <a:cs typeface="Times New Roman"/>
                <a:sym typeface="Times New Roman"/>
              </a:rPr>
              <a:t>  </a:t>
            </a:r>
          </a:p>
          <a:p>
            <a:pPr marL="342900" indent="-342900" algn="l">
              <a:lnSpc>
                <a:spcPts val="2520"/>
              </a:lnSpc>
              <a:buFont typeface="Wingdings" panose="05000000000000000000" pitchFamily="2" charset="2"/>
              <a:buChar char="Ø"/>
            </a:pPr>
            <a:r>
              <a:rPr lang="en-US" sz="2000" spc="18" dirty="0">
                <a:solidFill>
                  <a:srgbClr val="000000"/>
                </a:solidFill>
                <a:latin typeface="Times New Roman"/>
                <a:ea typeface="Times New Roman"/>
                <a:cs typeface="Times New Roman"/>
                <a:sym typeface="Times New Roman"/>
              </a:rPr>
              <a:t>Sensors (</a:t>
            </a:r>
            <a:r>
              <a:rPr lang="en-US" sz="2000" spc="18" dirty="0" err="1">
                <a:solidFill>
                  <a:srgbClr val="000000"/>
                </a:solidFill>
                <a:latin typeface="Times New Roman"/>
                <a:ea typeface="Times New Roman"/>
                <a:cs typeface="Times New Roman"/>
                <a:sym typeface="Times New Roman"/>
              </a:rPr>
              <a:t>pH,Turbidity,TDS,Temperature</a:t>
            </a:r>
            <a:r>
              <a:rPr lang="en-US" sz="2000" spc="18" dirty="0">
                <a:solidFill>
                  <a:srgbClr val="000000"/>
                </a:solidFill>
                <a:latin typeface="Times New Roman"/>
                <a:ea typeface="Times New Roman"/>
                <a:cs typeface="Times New Roman"/>
                <a:sym typeface="Times New Roman"/>
              </a:rPr>
              <a:t> probe)</a:t>
            </a:r>
          </a:p>
          <a:p>
            <a:pPr marL="342900" indent="-342900" algn="l">
              <a:lnSpc>
                <a:spcPts val="2520"/>
              </a:lnSpc>
              <a:buFont typeface="Wingdings" panose="05000000000000000000" pitchFamily="2" charset="2"/>
              <a:buChar char="Ø"/>
            </a:pPr>
            <a:endParaRPr lang="en-US" sz="2000" spc="18" dirty="0">
              <a:solidFill>
                <a:srgbClr val="000000"/>
              </a:solidFill>
              <a:latin typeface="Times New Roman"/>
              <a:ea typeface="Times New Roman"/>
              <a:cs typeface="Times New Roman"/>
              <a:sym typeface="Times New Roman"/>
            </a:endParaRPr>
          </a:p>
          <a:p>
            <a:pPr marL="342900" indent="-342900" algn="l">
              <a:lnSpc>
                <a:spcPts val="2520"/>
              </a:lnSpc>
              <a:buFont typeface="Wingdings" panose="05000000000000000000" pitchFamily="2" charset="2"/>
              <a:buChar char="Ø"/>
            </a:pPr>
            <a:r>
              <a:rPr lang="en-US" sz="2000" spc="18" dirty="0">
                <a:solidFill>
                  <a:srgbClr val="000000"/>
                </a:solidFill>
                <a:latin typeface="Times New Roman"/>
                <a:ea typeface="Times New Roman"/>
                <a:cs typeface="Times New Roman"/>
                <a:sym typeface="Times New Roman"/>
              </a:rPr>
              <a:t>ESP32 </a:t>
            </a:r>
            <a:r>
              <a:rPr lang="en-US" sz="2000" spc="18" dirty="0" err="1">
                <a:solidFill>
                  <a:srgbClr val="000000"/>
                </a:solidFill>
                <a:latin typeface="Times New Roman"/>
                <a:ea typeface="Times New Roman"/>
                <a:cs typeface="Times New Roman"/>
                <a:sym typeface="Times New Roman"/>
              </a:rPr>
              <a:t>Wroom</a:t>
            </a:r>
            <a:r>
              <a:rPr lang="en-US" sz="2000" spc="18" dirty="0">
                <a:solidFill>
                  <a:srgbClr val="000000"/>
                </a:solidFill>
                <a:latin typeface="Times New Roman"/>
                <a:ea typeface="Times New Roman"/>
                <a:cs typeface="Times New Roman"/>
                <a:sym typeface="Times New Roman"/>
              </a:rPr>
              <a:t> DA </a:t>
            </a:r>
          </a:p>
          <a:p>
            <a:pPr marL="342900" indent="-342900" algn="l">
              <a:lnSpc>
                <a:spcPts val="2520"/>
              </a:lnSpc>
              <a:buFont typeface="Wingdings" panose="05000000000000000000" pitchFamily="2" charset="2"/>
              <a:buChar char="Ø"/>
            </a:pPr>
            <a:endParaRPr lang="en-US" sz="2000" spc="18" dirty="0">
              <a:solidFill>
                <a:srgbClr val="000000"/>
              </a:solidFill>
              <a:latin typeface="Times New Roman"/>
              <a:ea typeface="Times New Roman"/>
              <a:cs typeface="Times New Roman"/>
              <a:sym typeface="Times New Roman"/>
            </a:endParaRPr>
          </a:p>
          <a:p>
            <a:pPr marL="342900" indent="-342900" algn="l">
              <a:lnSpc>
                <a:spcPts val="2520"/>
              </a:lnSpc>
              <a:buFont typeface="Wingdings" panose="05000000000000000000" pitchFamily="2" charset="2"/>
              <a:buChar char="Ø"/>
            </a:pPr>
            <a:r>
              <a:rPr lang="en-US" sz="2000" spc="18" dirty="0" err="1">
                <a:solidFill>
                  <a:srgbClr val="000000"/>
                </a:solidFill>
                <a:latin typeface="Times New Roman"/>
                <a:ea typeface="Times New Roman"/>
                <a:cs typeface="Times New Roman"/>
                <a:sym typeface="Times New Roman"/>
              </a:rPr>
              <a:t>Thinkspeak</a:t>
            </a:r>
            <a:r>
              <a:rPr lang="en-US" sz="2000" spc="18" dirty="0">
                <a:solidFill>
                  <a:srgbClr val="000000"/>
                </a:solidFill>
                <a:latin typeface="Times New Roman"/>
                <a:ea typeface="Times New Roman"/>
                <a:cs typeface="Times New Roman"/>
                <a:sym typeface="Times New Roman"/>
              </a:rPr>
              <a:t> (Cloud)</a:t>
            </a:r>
          </a:p>
          <a:p>
            <a:pPr marL="342900" indent="-342900" algn="l">
              <a:lnSpc>
                <a:spcPts val="2520"/>
              </a:lnSpc>
              <a:buFont typeface="Wingdings" panose="05000000000000000000" pitchFamily="2" charset="2"/>
              <a:buChar char="Ø"/>
            </a:pPr>
            <a:endParaRPr lang="en-US" sz="2000" spc="18" dirty="0">
              <a:solidFill>
                <a:srgbClr val="000000"/>
              </a:solidFill>
              <a:latin typeface="Times New Roman"/>
              <a:ea typeface="Times New Roman"/>
              <a:cs typeface="Times New Roman"/>
              <a:sym typeface="Times New Roman"/>
            </a:endParaRPr>
          </a:p>
          <a:p>
            <a:pPr marL="342900" indent="-342900" algn="l">
              <a:lnSpc>
                <a:spcPts val="2520"/>
              </a:lnSpc>
              <a:buFont typeface="Wingdings" panose="05000000000000000000" pitchFamily="2" charset="2"/>
              <a:buChar char="Ø"/>
            </a:pPr>
            <a:r>
              <a:rPr lang="en-US" sz="2000" dirty="0">
                <a:solidFill>
                  <a:srgbClr val="000000"/>
                </a:solidFill>
                <a:latin typeface="Times New Roman"/>
                <a:ea typeface="Times New Roman"/>
                <a:cs typeface="Times New Roman"/>
                <a:sym typeface="Times New Roman"/>
              </a:rPr>
              <a:t>Model Implementation Using ML</a:t>
            </a:r>
            <a:endParaRPr lang="en-US" sz="2000" spc="18" dirty="0">
              <a:solidFill>
                <a:srgbClr val="000000"/>
              </a:solidFill>
              <a:latin typeface="Times New Roman"/>
              <a:ea typeface="Times New Roman"/>
              <a:cs typeface="Times New Roman"/>
              <a:sym typeface="Times New Roman"/>
            </a:endParaRPr>
          </a:p>
          <a:p>
            <a:pPr marL="342900" indent="-342900" algn="l">
              <a:lnSpc>
                <a:spcPts val="2520"/>
              </a:lnSpc>
              <a:buFont typeface="Wingdings" panose="05000000000000000000" pitchFamily="2" charset="2"/>
              <a:buChar char="Ø"/>
            </a:pPr>
            <a:endParaRPr lang="en-US" sz="2000" spc="18" dirty="0">
              <a:solidFill>
                <a:srgbClr val="000000"/>
              </a:solidFill>
              <a:latin typeface="Times New Roman"/>
              <a:ea typeface="Times New Roman"/>
              <a:cs typeface="Times New Roman"/>
              <a:sym typeface="Times New Roman"/>
            </a:endParaRPr>
          </a:p>
          <a:p>
            <a:pPr marL="342900" indent="-342900" algn="l">
              <a:lnSpc>
                <a:spcPts val="2520"/>
              </a:lnSpc>
              <a:buFont typeface="Wingdings" panose="05000000000000000000" pitchFamily="2" charset="2"/>
              <a:buChar char="Ø"/>
            </a:pPr>
            <a:r>
              <a:rPr lang="en-US" sz="2000" dirty="0">
                <a:solidFill>
                  <a:srgbClr val="000000"/>
                </a:solidFill>
                <a:latin typeface="Times New Roman"/>
                <a:ea typeface="Times New Roman"/>
                <a:cs typeface="Times New Roman"/>
                <a:sym typeface="Times New Roman"/>
              </a:rPr>
              <a:t>Condition Check for Potability of Water</a:t>
            </a:r>
          </a:p>
          <a:p>
            <a:pPr marL="342900" indent="-342900" algn="l">
              <a:lnSpc>
                <a:spcPts val="2520"/>
              </a:lnSpc>
              <a:buFont typeface="Wingdings" panose="05000000000000000000" pitchFamily="2" charset="2"/>
              <a:buChar char="Ø"/>
            </a:pPr>
            <a:endParaRPr lang="en-US" sz="2000" spc="18" dirty="0">
              <a:solidFill>
                <a:srgbClr val="000000"/>
              </a:solidFill>
              <a:latin typeface="Times New Roman"/>
              <a:ea typeface="Times New Roman"/>
              <a:cs typeface="Times New Roman"/>
              <a:sym typeface="Times New Roman"/>
            </a:endParaRPr>
          </a:p>
          <a:p>
            <a:pPr marL="342900" indent="-342900" algn="l">
              <a:lnSpc>
                <a:spcPts val="2520"/>
              </a:lnSpc>
              <a:buFont typeface="Wingdings" panose="05000000000000000000" pitchFamily="2" charset="2"/>
              <a:buChar char="Ø"/>
            </a:pPr>
            <a:r>
              <a:rPr lang="en-US" sz="2000" dirty="0">
                <a:solidFill>
                  <a:srgbClr val="000000"/>
                </a:solidFill>
                <a:latin typeface="Times New Roman"/>
                <a:ea typeface="Times New Roman"/>
                <a:cs typeface="Times New Roman"/>
                <a:sym typeface="Times New Roman"/>
              </a:rPr>
              <a:t>Validation</a:t>
            </a:r>
          </a:p>
          <a:p>
            <a:pPr marL="342900" indent="-342900" algn="l">
              <a:lnSpc>
                <a:spcPts val="2520"/>
              </a:lnSpc>
              <a:buFont typeface="Wingdings" panose="05000000000000000000" pitchFamily="2" charset="2"/>
              <a:buChar char="Ø"/>
            </a:pPr>
            <a:endParaRPr lang="en-US" sz="2000" spc="18" dirty="0">
              <a:solidFill>
                <a:srgbClr val="000000"/>
              </a:solidFill>
              <a:latin typeface="Times New Roman"/>
              <a:ea typeface="Times New Roman"/>
              <a:cs typeface="Times New Roman"/>
              <a:sym typeface="Times New Roman"/>
            </a:endParaRPr>
          </a:p>
          <a:p>
            <a:pPr marL="342900" indent="-342900" algn="l">
              <a:lnSpc>
                <a:spcPts val="2520"/>
              </a:lnSpc>
              <a:buFont typeface="Wingdings" panose="05000000000000000000" pitchFamily="2" charset="2"/>
              <a:buChar char="Ø"/>
            </a:pPr>
            <a:r>
              <a:rPr lang="en-US" sz="2000" dirty="0">
                <a:solidFill>
                  <a:srgbClr val="000000"/>
                </a:solidFill>
                <a:latin typeface="Times New Roman"/>
                <a:ea typeface="Times New Roman"/>
                <a:cs typeface="Times New Roman"/>
                <a:sym typeface="Times New Roman"/>
              </a:rPr>
              <a:t>Display Results on Web App</a:t>
            </a:r>
            <a:endParaRPr lang="en-US" sz="2000" spc="18" dirty="0">
              <a:solidFill>
                <a:srgbClr val="000000"/>
              </a:solidFill>
              <a:latin typeface="Times New Roman"/>
              <a:ea typeface="Times New Roman"/>
              <a:cs typeface="Times New Roman"/>
              <a:sym typeface="Times New Roman"/>
            </a:endParaRPr>
          </a:p>
          <a:p>
            <a:pPr algn="l">
              <a:lnSpc>
                <a:spcPts val="2520"/>
              </a:lnSpc>
            </a:pPr>
            <a:endParaRPr lang="en-US" sz="2000" spc="18" dirty="0">
              <a:solidFill>
                <a:srgbClr val="000000"/>
              </a:solidFill>
              <a:latin typeface="Times New Roman"/>
              <a:ea typeface="Times New Roman"/>
              <a:cs typeface="Times New Roman"/>
              <a:sym typeface="Times New Roman"/>
            </a:endParaRPr>
          </a:p>
          <a:p>
            <a:pPr algn="l">
              <a:lnSpc>
                <a:spcPts val="2520"/>
              </a:lnSpc>
            </a:pPr>
            <a:endParaRPr lang="en-US" sz="2000" spc="18"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2973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A07A-A890-7BEB-9259-FBF25A8E6D7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4C547A7B-61AC-A3FE-098B-9AE1369D011F}"/>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DESCRIPTION</a:t>
            </a:r>
          </a:p>
        </p:txBody>
      </p:sp>
      <p:sp>
        <p:nvSpPr>
          <p:cNvPr id="24" name="TextBox 23">
            <a:extLst>
              <a:ext uri="{FF2B5EF4-FFF2-40B4-BE49-F238E27FC236}">
                <a16:creationId xmlns:a16="http://schemas.microsoft.com/office/drawing/2014/main" id="{60E3D496-6EBE-CDD4-CBCA-CCC9FFE13894}"/>
              </a:ext>
            </a:extLst>
          </p:cNvPr>
          <p:cNvSpPr txBox="1"/>
          <p:nvPr/>
        </p:nvSpPr>
        <p:spPr>
          <a:xfrm>
            <a:off x="838200" y="1981200"/>
            <a:ext cx="7772400" cy="4478149"/>
          </a:xfrm>
          <a:prstGeom prst="rect">
            <a:avLst/>
          </a:prstGeom>
          <a:noFill/>
        </p:spPr>
        <p:txBody>
          <a:bodyPr wrap="square">
            <a:spAutoFit/>
          </a:bodyPr>
          <a:lstStyle/>
          <a:p>
            <a:pPr marL="182676" lvl="1" algn="just">
              <a:lnSpc>
                <a:spcPts val="1919"/>
              </a:lnSpc>
            </a:pPr>
            <a:r>
              <a:rPr lang="en-US" sz="2000" dirty="0">
                <a:solidFill>
                  <a:srgbClr val="000000"/>
                </a:solidFill>
                <a:latin typeface="Times New Roman"/>
                <a:ea typeface="Times New Roman"/>
                <a:cs typeface="Times New Roman"/>
                <a:sym typeface="Times New Roman"/>
              </a:rPr>
              <a:t>1.Sensors: </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   - Sensors collect real-time data related to water quality parameters (e.g., pH, turbidity, temperature, etc.).</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2.ESP32:</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   - The ESP32 microcontroller processes the sensor data and transmits it to the cloud for further analysis.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3.Thinkspeak (Cloud):</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   - </a:t>
            </a:r>
            <a:r>
              <a:rPr lang="en-US" sz="2000" b="0" i="0" dirty="0" err="1">
                <a:solidFill>
                  <a:srgbClr val="000000"/>
                </a:solidFill>
                <a:effectLst/>
                <a:latin typeface="Times New Roman" panose="02020603050405020304" pitchFamily="18" charset="0"/>
                <a:cs typeface="Times New Roman" panose="02020603050405020304" pitchFamily="18" charset="0"/>
              </a:rPr>
              <a:t>ThingSpeak</a:t>
            </a:r>
            <a:r>
              <a:rPr lang="en-US" sz="2000" b="0" i="0" dirty="0">
                <a:solidFill>
                  <a:srgbClr val="000000"/>
                </a:solidFill>
                <a:effectLst/>
                <a:latin typeface="Times New Roman" panose="02020603050405020304" pitchFamily="18" charset="0"/>
                <a:cs typeface="Times New Roman" panose="02020603050405020304" pitchFamily="18" charset="0"/>
              </a:rPr>
              <a:t> is an IoT analytics platform service that allows you to aggregate, visualize, and analyze live data streams in the cloud. You can send data to </a:t>
            </a:r>
            <a:r>
              <a:rPr lang="en-US" sz="2000" b="0" i="0" dirty="0" err="1">
                <a:solidFill>
                  <a:srgbClr val="000000"/>
                </a:solidFill>
                <a:effectLst/>
                <a:latin typeface="Times New Roman" panose="02020603050405020304" pitchFamily="18" charset="0"/>
                <a:cs typeface="Times New Roman" panose="02020603050405020304" pitchFamily="18" charset="0"/>
              </a:rPr>
              <a:t>ThingSpeak</a:t>
            </a:r>
            <a:r>
              <a:rPr lang="en-US" sz="2000" b="0" i="0" dirty="0">
                <a:solidFill>
                  <a:srgbClr val="000000"/>
                </a:solidFill>
                <a:effectLst/>
                <a:latin typeface="Times New Roman" panose="02020603050405020304" pitchFamily="18" charset="0"/>
                <a:cs typeface="Times New Roman" panose="02020603050405020304" pitchFamily="18" charset="0"/>
              </a:rPr>
              <a:t> from your devices, create instant visualization of live data, and send alerts</a:t>
            </a:r>
            <a:r>
              <a:rPr lang="en-US" sz="2000" b="0" i="0" dirty="0">
                <a:solidFill>
                  <a:srgbClr val="000000"/>
                </a:solidFill>
                <a:effectLst/>
                <a:latin typeface="Roboto" panose="02000000000000000000" pitchFamily="2" charset="0"/>
              </a:rPr>
              <a:t>.</a:t>
            </a:r>
            <a:endParaRPr lang="en-US" sz="2000" dirty="0">
              <a:solidFill>
                <a:srgbClr val="000000"/>
              </a:solidFill>
              <a:latin typeface="Times New Roman"/>
              <a:ea typeface="Times New Roman"/>
              <a:cs typeface="Times New Roman"/>
              <a:sym typeface="Times New Roman"/>
            </a:endParaRP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2891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9AD7-BD01-B9F1-1743-DC51055918E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E82E1B3-BADD-3164-2E7E-A36CA618CED6}"/>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DESCRIPTION</a:t>
            </a:r>
          </a:p>
        </p:txBody>
      </p:sp>
      <p:sp>
        <p:nvSpPr>
          <p:cNvPr id="24" name="TextBox 23">
            <a:extLst>
              <a:ext uri="{FF2B5EF4-FFF2-40B4-BE49-F238E27FC236}">
                <a16:creationId xmlns:a16="http://schemas.microsoft.com/office/drawing/2014/main" id="{212CEF31-6030-03C4-A5BE-680CAE338030}"/>
              </a:ext>
            </a:extLst>
          </p:cNvPr>
          <p:cNvSpPr txBox="1"/>
          <p:nvPr/>
        </p:nvSpPr>
        <p:spPr>
          <a:xfrm>
            <a:off x="876300" y="1752600"/>
            <a:ext cx="8001000" cy="4965462"/>
          </a:xfrm>
          <a:prstGeom prst="rect">
            <a:avLst/>
          </a:prstGeom>
          <a:noFill/>
        </p:spPr>
        <p:txBody>
          <a:bodyPr wrap="square">
            <a:spAutoFit/>
          </a:bodyPr>
          <a:lstStyle/>
          <a:p>
            <a:pPr marL="182676" lvl="1" algn="just">
              <a:lnSpc>
                <a:spcPts val="1919"/>
              </a:lnSpc>
            </a:pPr>
            <a:r>
              <a:rPr lang="en-US" sz="2000" dirty="0">
                <a:solidFill>
                  <a:srgbClr val="000000"/>
                </a:solidFill>
                <a:latin typeface="Times New Roman"/>
                <a:ea typeface="Times New Roman"/>
                <a:cs typeface="Times New Roman"/>
                <a:sym typeface="Times New Roman"/>
              </a:rPr>
              <a:t>4.Model Implementation Using ML:</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   - Data from the cloud is processed using machine learning models to classify or predict water potability. Three ML algorithms are mentioned:</a:t>
            </a:r>
          </a:p>
          <a:p>
            <a:pPr marL="525576" lvl="1" indent="-342900" algn="just">
              <a:lnSpc>
                <a:spcPts val="1919"/>
              </a:lnSpc>
              <a:buFont typeface="Wingdings" panose="05000000000000000000" pitchFamily="2" charset="2"/>
              <a:buChar char="§"/>
            </a:pPr>
            <a:endParaRPr lang="en-US" sz="2000" dirty="0">
              <a:solidFill>
                <a:srgbClr val="000000"/>
              </a:solidFill>
              <a:latin typeface="Times New Roman"/>
              <a:ea typeface="Times New Roman"/>
              <a:cs typeface="Times New Roman"/>
              <a:sym typeface="Times New Roman"/>
            </a:endParaRPr>
          </a:p>
          <a:p>
            <a:pPr marL="525576" lvl="1" indent="-342900" algn="just">
              <a:lnSpc>
                <a:spcPts val="1919"/>
              </a:lnSpc>
              <a:buFont typeface="Wingdings" panose="05000000000000000000" pitchFamily="2" charset="2"/>
              <a:buChar char="§"/>
            </a:pPr>
            <a:endParaRPr lang="en-US" sz="2000" dirty="0">
              <a:solidFill>
                <a:srgbClr val="000000"/>
              </a:solidFill>
              <a:latin typeface="Times New Roman"/>
              <a:ea typeface="Times New Roman"/>
              <a:cs typeface="Times New Roman"/>
              <a:sym typeface="Times New Roman"/>
            </a:endParaRPr>
          </a:p>
          <a:p>
            <a:pPr marL="525576" lvl="1" indent="-342900" algn="just">
              <a:lnSpc>
                <a:spcPts val="1919"/>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Support Vector Machine (SVM): A supervised learning model used for classification tasks.</a:t>
            </a:r>
          </a:p>
          <a:p>
            <a:pPr marL="525576" lvl="1" indent="-342900" algn="just">
              <a:lnSpc>
                <a:spcPts val="1919"/>
              </a:lnSpc>
              <a:buFont typeface="Wingdings" panose="05000000000000000000" pitchFamily="2" charset="2"/>
              <a:buChar char="§"/>
            </a:pPr>
            <a:endParaRPr lang="en-US" sz="2000" dirty="0">
              <a:solidFill>
                <a:srgbClr val="000000"/>
              </a:solidFill>
              <a:latin typeface="Times New Roman"/>
              <a:ea typeface="Times New Roman"/>
              <a:cs typeface="Times New Roman"/>
              <a:sym typeface="Times New Roman"/>
            </a:endParaRPr>
          </a:p>
          <a:p>
            <a:pPr marL="525576" lvl="1" indent="-342900" algn="just">
              <a:lnSpc>
                <a:spcPts val="1919"/>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Random Forest: An ensemble learning method that uses decision trees for improved accuracy.</a:t>
            </a:r>
          </a:p>
          <a:p>
            <a:pPr marL="525576" lvl="1" indent="-342900" algn="just">
              <a:lnSpc>
                <a:spcPts val="1919"/>
              </a:lnSpc>
              <a:buFont typeface="Wingdings" panose="05000000000000000000" pitchFamily="2" charset="2"/>
              <a:buChar char="§"/>
            </a:pPr>
            <a:endParaRPr lang="en-US" sz="2000" dirty="0">
              <a:solidFill>
                <a:srgbClr val="000000"/>
              </a:solidFill>
              <a:latin typeface="Times New Roman"/>
              <a:ea typeface="Times New Roman"/>
              <a:cs typeface="Times New Roman"/>
              <a:sym typeface="Times New Roman"/>
            </a:endParaRPr>
          </a:p>
          <a:p>
            <a:pPr marL="525576" lvl="1" indent="-342900" algn="just">
              <a:lnSpc>
                <a:spcPts val="1919"/>
              </a:lnSpc>
              <a:buFont typeface="Wingdings" panose="05000000000000000000" pitchFamily="2" charset="2"/>
              <a:buChar char="§"/>
            </a:pPr>
            <a:r>
              <a:rPr lang="en-US" sz="2000" dirty="0">
                <a:solidFill>
                  <a:srgbClr val="000000"/>
                </a:solidFill>
                <a:latin typeface="Times New Roman"/>
                <a:ea typeface="Times New Roman"/>
                <a:cs typeface="Times New Roman"/>
                <a:sym typeface="Times New Roman"/>
              </a:rPr>
              <a:t>Extreme Gradient Boosting (</a:t>
            </a:r>
            <a:r>
              <a:rPr lang="en-US" sz="2000" dirty="0" err="1">
                <a:solidFill>
                  <a:srgbClr val="000000"/>
                </a:solidFill>
                <a:latin typeface="Times New Roman"/>
                <a:ea typeface="Times New Roman"/>
                <a:cs typeface="Times New Roman"/>
                <a:sym typeface="Times New Roman"/>
              </a:rPr>
              <a:t>XGBoost</a:t>
            </a:r>
            <a:r>
              <a:rPr lang="en-US" sz="2000" dirty="0">
                <a:solidFill>
                  <a:srgbClr val="000000"/>
                </a:solidFill>
                <a:latin typeface="Times New Roman"/>
                <a:ea typeface="Times New Roman"/>
                <a:cs typeface="Times New Roman"/>
                <a:sym typeface="Times New Roman"/>
              </a:rPr>
              <a:t>): A powerful gradient-boosted decision tree algorithm known for high performance.</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5.Condition Check for Potability of Water:</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   - The output from the ML models is used to determine whether the water meets potability standards.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14946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6B021-F408-5F54-9EB6-7A4AE7D7D454}"/>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BA41809-F26D-E5A1-F1AF-C576DAB133FD}"/>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DESCRIPTION</a:t>
            </a:r>
          </a:p>
        </p:txBody>
      </p:sp>
      <p:sp>
        <p:nvSpPr>
          <p:cNvPr id="24" name="TextBox 23">
            <a:extLst>
              <a:ext uri="{FF2B5EF4-FFF2-40B4-BE49-F238E27FC236}">
                <a16:creationId xmlns:a16="http://schemas.microsoft.com/office/drawing/2014/main" id="{0FC77137-0E15-86F4-166C-64366636AD8B}"/>
              </a:ext>
            </a:extLst>
          </p:cNvPr>
          <p:cNvSpPr txBox="1"/>
          <p:nvPr/>
        </p:nvSpPr>
        <p:spPr>
          <a:xfrm>
            <a:off x="876300" y="2362200"/>
            <a:ext cx="8001000" cy="2285241"/>
          </a:xfrm>
          <a:prstGeom prst="rect">
            <a:avLst/>
          </a:prstGeom>
          <a:noFill/>
        </p:spPr>
        <p:txBody>
          <a:bodyPr wrap="square">
            <a:spAutoFit/>
          </a:bodyPr>
          <a:lstStyle/>
          <a:p>
            <a:pPr marL="182676" lvl="1" algn="just">
              <a:lnSpc>
                <a:spcPts val="1919"/>
              </a:lnSpc>
            </a:pPr>
            <a:r>
              <a:rPr lang="en-US" sz="2000" dirty="0">
                <a:solidFill>
                  <a:srgbClr val="000000"/>
                </a:solidFill>
                <a:latin typeface="Times New Roman"/>
                <a:ea typeface="Times New Roman"/>
                <a:cs typeface="Times New Roman"/>
                <a:sym typeface="Times New Roman"/>
              </a:rPr>
              <a:t>6.Validation:</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   - The results are validated against predefined conditions or thresholds to ensure accuracy.</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7.Display Results on Web App:</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182676" lvl="1" algn="just">
              <a:lnSpc>
                <a:spcPts val="1919"/>
              </a:lnSpc>
            </a:pPr>
            <a:r>
              <a:rPr lang="en-US" sz="2000" dirty="0">
                <a:solidFill>
                  <a:srgbClr val="000000"/>
                </a:solidFill>
                <a:latin typeface="Times New Roman"/>
                <a:ea typeface="Times New Roman"/>
                <a:cs typeface="Times New Roman"/>
                <a:sym typeface="Times New Roman"/>
              </a:rPr>
              <a:t>   - The validated results are displayed on a web application for user access and monitoring.</a:t>
            </a:r>
          </a:p>
        </p:txBody>
      </p:sp>
    </p:spTree>
    <p:extLst>
      <p:ext uri="{BB962C8B-B14F-4D97-AF65-F5344CB8AC3E}">
        <p14:creationId xmlns:p14="http://schemas.microsoft.com/office/powerpoint/2010/main" val="1658620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3"/>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DATA FLOW DIAGRAM</a:t>
            </a:r>
          </a:p>
        </p:txBody>
      </p:sp>
      <p:sp>
        <p:nvSpPr>
          <p:cNvPr id="6" name="Rectangle 5">
            <a:extLst>
              <a:ext uri="{FF2B5EF4-FFF2-40B4-BE49-F238E27FC236}">
                <a16:creationId xmlns:a16="http://schemas.microsoft.com/office/drawing/2014/main" id="{731DB5D9-703F-AC68-8DBF-F6786705BDA8}"/>
              </a:ext>
            </a:extLst>
          </p:cNvPr>
          <p:cNvSpPr/>
          <p:nvPr/>
        </p:nvSpPr>
        <p:spPr>
          <a:xfrm>
            <a:off x="893692" y="1965051"/>
            <a:ext cx="1904992"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Sensors</a:t>
            </a:r>
            <a:endParaRPr lang="en-IN" sz="1400" dirty="0"/>
          </a:p>
        </p:txBody>
      </p:sp>
      <p:cxnSp>
        <p:nvCxnSpPr>
          <p:cNvPr id="8" name="Straight Arrow Connector 7">
            <a:extLst>
              <a:ext uri="{FF2B5EF4-FFF2-40B4-BE49-F238E27FC236}">
                <a16:creationId xmlns:a16="http://schemas.microsoft.com/office/drawing/2014/main" id="{F386DB4F-88C0-8810-EEF1-A182928C617A}"/>
              </a:ext>
            </a:extLst>
          </p:cNvPr>
          <p:cNvCxnSpPr>
            <a:cxnSpLocks/>
            <a:stCxn id="6" idx="2"/>
            <a:endCxn id="12" idx="0"/>
          </p:cNvCxnSpPr>
          <p:nvPr/>
        </p:nvCxnSpPr>
        <p:spPr>
          <a:xfrm>
            <a:off x="1846188" y="2498451"/>
            <a:ext cx="0" cy="625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8D6768B-8EC3-6B3C-12C5-E138400D89FF}"/>
              </a:ext>
            </a:extLst>
          </p:cNvPr>
          <p:cNvSpPr/>
          <p:nvPr/>
        </p:nvSpPr>
        <p:spPr>
          <a:xfrm>
            <a:off x="928441" y="4495800"/>
            <a:ext cx="1904992"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Cloud</a:t>
            </a:r>
            <a:endParaRPr lang="en-IN" sz="1400" dirty="0"/>
          </a:p>
        </p:txBody>
      </p:sp>
      <p:sp>
        <p:nvSpPr>
          <p:cNvPr id="12" name="Oval 11">
            <a:extLst>
              <a:ext uri="{FF2B5EF4-FFF2-40B4-BE49-F238E27FC236}">
                <a16:creationId xmlns:a16="http://schemas.microsoft.com/office/drawing/2014/main" id="{4CA5DBE8-A220-DD15-FD1D-4A53A58DF4D8}"/>
              </a:ext>
            </a:extLst>
          </p:cNvPr>
          <p:cNvSpPr/>
          <p:nvPr/>
        </p:nvSpPr>
        <p:spPr>
          <a:xfrm>
            <a:off x="924583" y="3124201"/>
            <a:ext cx="1843209" cy="723900"/>
          </a:xfrm>
          <a:prstGeom prst="ellipse">
            <a:avLst/>
          </a:prstGeom>
          <a:solidFill>
            <a:schemeClr val="bg1"/>
          </a:solidFill>
          <a:ln w="9525"/>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rPr>
              <a:t>ESP32</a:t>
            </a:r>
            <a:endParaRPr lang="en-IN" sz="1400" dirty="0">
              <a:solidFill>
                <a:schemeClr val="tx1"/>
              </a:solidFill>
            </a:endParaRPr>
          </a:p>
        </p:txBody>
      </p:sp>
      <p:cxnSp>
        <p:nvCxnSpPr>
          <p:cNvPr id="18" name="Straight Arrow Connector 17">
            <a:extLst>
              <a:ext uri="{FF2B5EF4-FFF2-40B4-BE49-F238E27FC236}">
                <a16:creationId xmlns:a16="http://schemas.microsoft.com/office/drawing/2014/main" id="{AFD7FB77-96B5-7CB8-8AAC-EBB49022313A}"/>
              </a:ext>
            </a:extLst>
          </p:cNvPr>
          <p:cNvCxnSpPr>
            <a:cxnSpLocks/>
          </p:cNvCxnSpPr>
          <p:nvPr/>
        </p:nvCxnSpPr>
        <p:spPr>
          <a:xfrm>
            <a:off x="1813560" y="3848101"/>
            <a:ext cx="0" cy="647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4E1DD30-74C0-553A-71E1-0210D8560AD9}"/>
              </a:ext>
            </a:extLst>
          </p:cNvPr>
          <p:cNvCxnSpPr>
            <a:cxnSpLocks/>
          </p:cNvCxnSpPr>
          <p:nvPr/>
        </p:nvCxnSpPr>
        <p:spPr>
          <a:xfrm>
            <a:off x="1880937" y="5524499"/>
            <a:ext cx="1094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C697E90-34E0-1647-BC4E-D1E5C0815F03}"/>
              </a:ext>
            </a:extLst>
          </p:cNvPr>
          <p:cNvSpPr/>
          <p:nvPr/>
        </p:nvSpPr>
        <p:spPr>
          <a:xfrm>
            <a:off x="2971800" y="5335689"/>
            <a:ext cx="19050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Condition check for potability of water </a:t>
            </a:r>
            <a:endParaRPr lang="en-IN" sz="1400" dirty="0"/>
          </a:p>
        </p:txBody>
      </p:sp>
      <p:sp>
        <p:nvSpPr>
          <p:cNvPr id="26" name="Rectangle 25">
            <a:extLst>
              <a:ext uri="{FF2B5EF4-FFF2-40B4-BE49-F238E27FC236}">
                <a16:creationId xmlns:a16="http://schemas.microsoft.com/office/drawing/2014/main" id="{7392C509-5F1B-DF2F-D348-5F431795A5E8}"/>
              </a:ext>
            </a:extLst>
          </p:cNvPr>
          <p:cNvSpPr/>
          <p:nvPr/>
        </p:nvSpPr>
        <p:spPr>
          <a:xfrm>
            <a:off x="5711142" y="6364388"/>
            <a:ext cx="1904989"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Display Results on web app</a:t>
            </a:r>
            <a:endParaRPr lang="en-IN" sz="1400" dirty="0"/>
          </a:p>
        </p:txBody>
      </p:sp>
      <p:sp>
        <p:nvSpPr>
          <p:cNvPr id="27" name="Rectangle 26">
            <a:extLst>
              <a:ext uri="{FF2B5EF4-FFF2-40B4-BE49-F238E27FC236}">
                <a16:creationId xmlns:a16="http://schemas.microsoft.com/office/drawing/2014/main" id="{90CA4042-34F6-1402-6857-1A23E9239679}"/>
              </a:ext>
            </a:extLst>
          </p:cNvPr>
          <p:cNvSpPr/>
          <p:nvPr/>
        </p:nvSpPr>
        <p:spPr>
          <a:xfrm>
            <a:off x="2971800" y="6364388"/>
            <a:ext cx="1904993"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Validation</a:t>
            </a:r>
            <a:endParaRPr lang="en-IN" sz="1400" dirty="0"/>
          </a:p>
        </p:txBody>
      </p:sp>
      <p:cxnSp>
        <p:nvCxnSpPr>
          <p:cNvPr id="28" name="Straight Arrow Connector 27">
            <a:extLst>
              <a:ext uri="{FF2B5EF4-FFF2-40B4-BE49-F238E27FC236}">
                <a16:creationId xmlns:a16="http://schemas.microsoft.com/office/drawing/2014/main" id="{48DCE2EA-88A2-ED1E-1163-CEF16C73666D}"/>
              </a:ext>
            </a:extLst>
          </p:cNvPr>
          <p:cNvCxnSpPr>
            <a:cxnSpLocks/>
            <a:stCxn id="24" idx="2"/>
            <a:endCxn id="27" idx="0"/>
          </p:cNvCxnSpPr>
          <p:nvPr/>
        </p:nvCxnSpPr>
        <p:spPr>
          <a:xfrm flipH="1">
            <a:off x="3924297" y="5869089"/>
            <a:ext cx="3" cy="495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2A70B79-62B6-11CB-5F6E-6DC4529AECEF}"/>
              </a:ext>
            </a:extLst>
          </p:cNvPr>
          <p:cNvCxnSpPr>
            <a:cxnSpLocks/>
            <a:stCxn id="9" idx="2"/>
          </p:cNvCxnSpPr>
          <p:nvPr/>
        </p:nvCxnSpPr>
        <p:spPr>
          <a:xfrm>
            <a:off x="1880937" y="5029200"/>
            <a:ext cx="0" cy="495299"/>
          </a:xfrm>
          <a:prstGeom prst="line">
            <a:avLst/>
          </a:prstGeom>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3DB52FA8-060C-944F-B7CE-B19B74AF3E61}"/>
              </a:ext>
            </a:extLst>
          </p:cNvPr>
          <p:cNvSpPr/>
          <p:nvPr/>
        </p:nvSpPr>
        <p:spPr>
          <a:xfrm>
            <a:off x="5059680" y="4550050"/>
            <a:ext cx="1904993"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Extreme</a:t>
            </a:r>
          </a:p>
          <a:p>
            <a:pPr algn="ctr"/>
            <a:r>
              <a:rPr lang="en-US" sz="1400" dirty="0"/>
              <a:t>(XG Boost)</a:t>
            </a:r>
            <a:endParaRPr lang="en-IN" sz="1400" dirty="0"/>
          </a:p>
        </p:txBody>
      </p:sp>
      <p:sp>
        <p:nvSpPr>
          <p:cNvPr id="104" name="Rectangle 103">
            <a:extLst>
              <a:ext uri="{FF2B5EF4-FFF2-40B4-BE49-F238E27FC236}">
                <a16:creationId xmlns:a16="http://schemas.microsoft.com/office/drawing/2014/main" id="{EA8C7752-1319-C7DA-7E41-952A2DCC0857}"/>
              </a:ext>
            </a:extLst>
          </p:cNvPr>
          <p:cNvSpPr/>
          <p:nvPr/>
        </p:nvSpPr>
        <p:spPr>
          <a:xfrm>
            <a:off x="6994632" y="3674869"/>
            <a:ext cx="1904993"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Random Forest</a:t>
            </a:r>
            <a:endParaRPr lang="en-IN" sz="1400" dirty="0"/>
          </a:p>
        </p:txBody>
      </p:sp>
      <p:sp>
        <p:nvSpPr>
          <p:cNvPr id="105" name="Rectangle 104">
            <a:extLst>
              <a:ext uri="{FF2B5EF4-FFF2-40B4-BE49-F238E27FC236}">
                <a16:creationId xmlns:a16="http://schemas.microsoft.com/office/drawing/2014/main" id="{C906BFB3-D109-314A-F79A-AAF8BAF2ED00}"/>
              </a:ext>
            </a:extLst>
          </p:cNvPr>
          <p:cNvSpPr/>
          <p:nvPr/>
        </p:nvSpPr>
        <p:spPr>
          <a:xfrm>
            <a:off x="3122173" y="3689384"/>
            <a:ext cx="1904993"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Support vector</a:t>
            </a:r>
          </a:p>
          <a:p>
            <a:pPr algn="ctr"/>
            <a:r>
              <a:rPr lang="en-US" sz="1400" dirty="0"/>
              <a:t>Machine</a:t>
            </a:r>
            <a:endParaRPr lang="en-IN" sz="1400" dirty="0"/>
          </a:p>
        </p:txBody>
      </p:sp>
      <p:cxnSp>
        <p:nvCxnSpPr>
          <p:cNvPr id="113" name="Straight Connector 112">
            <a:extLst>
              <a:ext uri="{FF2B5EF4-FFF2-40B4-BE49-F238E27FC236}">
                <a16:creationId xmlns:a16="http://schemas.microsoft.com/office/drawing/2014/main" id="{D4916EA7-320A-152C-F536-59E3EE11DD0B}"/>
              </a:ext>
            </a:extLst>
          </p:cNvPr>
          <p:cNvCxnSpPr>
            <a:cxnSpLocks/>
            <a:stCxn id="105" idx="2"/>
          </p:cNvCxnSpPr>
          <p:nvPr/>
        </p:nvCxnSpPr>
        <p:spPr>
          <a:xfrm flipH="1">
            <a:off x="4074669" y="4222784"/>
            <a:ext cx="1" cy="5939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33768EF9-0AAF-3F67-B083-904780130888}"/>
              </a:ext>
            </a:extLst>
          </p:cNvPr>
          <p:cNvCxnSpPr>
            <a:cxnSpLocks/>
          </p:cNvCxnSpPr>
          <p:nvPr/>
        </p:nvCxnSpPr>
        <p:spPr>
          <a:xfrm>
            <a:off x="7947129" y="4222784"/>
            <a:ext cx="0" cy="594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24D2B626-ECC2-8B4F-D892-2E2874EB6DCF}"/>
              </a:ext>
            </a:extLst>
          </p:cNvPr>
          <p:cNvCxnSpPr>
            <a:cxnSpLocks/>
          </p:cNvCxnSpPr>
          <p:nvPr/>
        </p:nvCxnSpPr>
        <p:spPr>
          <a:xfrm flipH="1">
            <a:off x="6964673" y="4830432"/>
            <a:ext cx="9824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73089791-5EBE-4EB0-7557-C30A2F695BA6}"/>
              </a:ext>
            </a:extLst>
          </p:cNvPr>
          <p:cNvSpPr/>
          <p:nvPr/>
        </p:nvSpPr>
        <p:spPr>
          <a:xfrm>
            <a:off x="5050729" y="1965051"/>
            <a:ext cx="1904993"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Model implement using ML</a:t>
            </a:r>
          </a:p>
        </p:txBody>
      </p:sp>
      <p:cxnSp>
        <p:nvCxnSpPr>
          <p:cNvPr id="139" name="Straight Arrow Connector 138">
            <a:extLst>
              <a:ext uri="{FF2B5EF4-FFF2-40B4-BE49-F238E27FC236}">
                <a16:creationId xmlns:a16="http://schemas.microsoft.com/office/drawing/2014/main" id="{603C6A02-01F2-D050-4247-79E139D7731F}"/>
              </a:ext>
            </a:extLst>
          </p:cNvPr>
          <p:cNvCxnSpPr>
            <a:cxnSpLocks/>
            <a:stCxn id="27" idx="3"/>
          </p:cNvCxnSpPr>
          <p:nvPr/>
        </p:nvCxnSpPr>
        <p:spPr>
          <a:xfrm>
            <a:off x="4876793" y="6631088"/>
            <a:ext cx="8382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43F3DAEC-653D-0DCC-10AC-1FB02F62EB9E}"/>
              </a:ext>
            </a:extLst>
          </p:cNvPr>
          <p:cNvCxnSpPr>
            <a:cxnSpLocks/>
            <a:endCxn id="24" idx="3"/>
          </p:cNvCxnSpPr>
          <p:nvPr/>
        </p:nvCxnSpPr>
        <p:spPr>
          <a:xfrm flipH="1" flipV="1">
            <a:off x="4876800" y="5602389"/>
            <a:ext cx="1125820" cy="14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D4F7B7C-F311-C369-4692-B1069DF965FD}"/>
              </a:ext>
            </a:extLst>
          </p:cNvPr>
          <p:cNvCxnSpPr>
            <a:cxnSpLocks/>
          </p:cNvCxnSpPr>
          <p:nvPr/>
        </p:nvCxnSpPr>
        <p:spPr>
          <a:xfrm>
            <a:off x="6002620" y="508345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3C14ED2D-B8F8-380A-CC60-24563226100E}"/>
              </a:ext>
            </a:extLst>
          </p:cNvPr>
          <p:cNvCxnSpPr>
            <a:endCxn id="75" idx="1"/>
          </p:cNvCxnSpPr>
          <p:nvPr/>
        </p:nvCxnSpPr>
        <p:spPr>
          <a:xfrm>
            <a:off x="4074669" y="4816750"/>
            <a:ext cx="9850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AF78E967-FDFC-98EF-9D09-66DD58FCF79A}"/>
              </a:ext>
            </a:extLst>
          </p:cNvPr>
          <p:cNvCxnSpPr>
            <a:cxnSpLocks/>
            <a:stCxn id="132" idx="1"/>
          </p:cNvCxnSpPr>
          <p:nvPr/>
        </p:nvCxnSpPr>
        <p:spPr>
          <a:xfrm flipH="1">
            <a:off x="4074669" y="2231751"/>
            <a:ext cx="9760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358E3766-787A-AEE6-4021-E424CCD44902}"/>
              </a:ext>
            </a:extLst>
          </p:cNvPr>
          <p:cNvCxnSpPr>
            <a:cxnSpLocks/>
            <a:stCxn id="132" idx="3"/>
          </p:cNvCxnSpPr>
          <p:nvPr/>
        </p:nvCxnSpPr>
        <p:spPr>
          <a:xfrm>
            <a:off x="6955722" y="2231751"/>
            <a:ext cx="9914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596D1EBF-7326-F509-3AFB-442F2B308285}"/>
              </a:ext>
            </a:extLst>
          </p:cNvPr>
          <p:cNvCxnSpPr>
            <a:endCxn id="105" idx="0"/>
          </p:cNvCxnSpPr>
          <p:nvPr/>
        </p:nvCxnSpPr>
        <p:spPr>
          <a:xfrm>
            <a:off x="4074669" y="2231751"/>
            <a:ext cx="1" cy="1457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38837A7E-7586-0178-53B6-D73F690CA42E}"/>
              </a:ext>
            </a:extLst>
          </p:cNvPr>
          <p:cNvCxnSpPr>
            <a:endCxn id="104" idx="0"/>
          </p:cNvCxnSpPr>
          <p:nvPr/>
        </p:nvCxnSpPr>
        <p:spPr>
          <a:xfrm>
            <a:off x="7947128" y="2231751"/>
            <a:ext cx="1" cy="1443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A5BC2B95-0496-6082-2C7E-A0491E0427E9}"/>
              </a:ext>
            </a:extLst>
          </p:cNvPr>
          <p:cNvCxnSpPr>
            <a:cxnSpLocks/>
            <a:stCxn id="132" idx="2"/>
            <a:endCxn id="75" idx="0"/>
          </p:cNvCxnSpPr>
          <p:nvPr/>
        </p:nvCxnSpPr>
        <p:spPr>
          <a:xfrm>
            <a:off x="6003226" y="2498451"/>
            <a:ext cx="8951" cy="2051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8081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18EF-B0F2-F82A-CCC2-396E2A913D7A}"/>
            </a:ext>
          </a:extLst>
        </p:cNvPr>
        <p:cNvGrpSpPr/>
        <p:nvPr/>
      </p:nvGrpSpPr>
      <p:grpSpPr>
        <a:xfrm>
          <a:off x="0" y="0"/>
          <a:ext cx="0" cy="0"/>
          <a:chOff x="0" y="0"/>
          <a:chExt cx="0" cy="0"/>
        </a:xfrm>
      </p:grpSpPr>
      <p:pic>
        <p:nvPicPr>
          <p:cNvPr id="7" name="Shape418">
            <a:extLst>
              <a:ext uri="{FF2B5EF4-FFF2-40B4-BE49-F238E27FC236}">
                <a16:creationId xmlns:a16="http://schemas.microsoft.com/office/drawing/2014/main" id="{8BA4D4AD-9D37-32B6-7528-5E731B59F37A}"/>
              </a:ext>
            </a:extLst>
          </p:cNvPr>
          <p:cNvPicPr/>
          <p:nvPr/>
        </p:nvPicPr>
        <p:blipFill>
          <a:blip r:embed="rId2"/>
          <a:stretch/>
        </p:blipFill>
        <p:spPr>
          <a:xfrm>
            <a:off x="1905000" y="1339850"/>
            <a:ext cx="5638800" cy="5289550"/>
          </a:xfrm>
          <a:prstGeom prst="rect">
            <a:avLst/>
          </a:prstGeom>
          <a:ln w="0">
            <a:noFill/>
          </a:ln>
        </p:spPr>
      </p:pic>
      <p:sp>
        <p:nvSpPr>
          <p:cNvPr id="3" name="TextBox 3">
            <a:extLst>
              <a:ext uri="{FF2B5EF4-FFF2-40B4-BE49-F238E27FC236}">
                <a16:creationId xmlns:a16="http://schemas.microsoft.com/office/drawing/2014/main" id="{0FB9BD01-DA45-7C10-166A-9930BC3333A5}"/>
              </a:ext>
            </a:extLst>
          </p:cNvPr>
          <p:cNvSpPr txBox="1"/>
          <p:nvPr/>
        </p:nvSpPr>
        <p:spPr>
          <a:xfrm>
            <a:off x="685800" y="68580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DATA FLOW DIAGRAM</a:t>
            </a:r>
          </a:p>
        </p:txBody>
      </p:sp>
    </p:spTree>
    <p:extLst>
      <p:ext uri="{BB962C8B-B14F-4D97-AF65-F5344CB8AC3E}">
        <p14:creationId xmlns:p14="http://schemas.microsoft.com/office/powerpoint/2010/main" val="3537387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3154-D84B-092D-576C-DD3F9ED87403}"/>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42BB78B-AA6D-4CCD-B6F1-739AEEF16AE6}"/>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4" name="Picture 3">
            <a:extLst>
              <a:ext uri="{FF2B5EF4-FFF2-40B4-BE49-F238E27FC236}">
                <a16:creationId xmlns:a16="http://schemas.microsoft.com/office/drawing/2014/main" id="{8CCBD447-D37B-7707-90A3-BB1FFA01B7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210362"/>
            <a:ext cx="3154129" cy="2366963"/>
          </a:xfrm>
          <a:prstGeom prst="rect">
            <a:avLst/>
          </a:prstGeom>
        </p:spPr>
      </p:pic>
      <p:pic>
        <p:nvPicPr>
          <p:cNvPr id="6" name="Picture 5">
            <a:extLst>
              <a:ext uri="{FF2B5EF4-FFF2-40B4-BE49-F238E27FC236}">
                <a16:creationId xmlns:a16="http://schemas.microsoft.com/office/drawing/2014/main" id="{7A909CB2-6A73-F974-DA55-78880D9DA3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0" y="1800592"/>
            <a:ext cx="3067050" cy="3067050"/>
          </a:xfrm>
          <a:prstGeom prst="rect">
            <a:avLst/>
          </a:prstGeom>
        </p:spPr>
      </p:pic>
      <p:pic>
        <p:nvPicPr>
          <p:cNvPr id="8" name="Picture 7">
            <a:extLst>
              <a:ext uri="{FF2B5EF4-FFF2-40B4-BE49-F238E27FC236}">
                <a16:creationId xmlns:a16="http://schemas.microsoft.com/office/drawing/2014/main" id="{AEF1D580-BEEA-8F1E-A05F-7339B091AA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800" y="1932612"/>
            <a:ext cx="3154129" cy="2803009"/>
          </a:xfrm>
          <a:prstGeom prst="rect">
            <a:avLst/>
          </a:prstGeom>
        </p:spPr>
      </p:pic>
      <p:pic>
        <p:nvPicPr>
          <p:cNvPr id="10" name="Picture 9">
            <a:extLst>
              <a:ext uri="{FF2B5EF4-FFF2-40B4-BE49-F238E27FC236}">
                <a16:creationId xmlns:a16="http://schemas.microsoft.com/office/drawing/2014/main" id="{0AD9E945-8C50-F79B-6529-F900EE96A5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91176" y="4785577"/>
            <a:ext cx="2632986" cy="2632986"/>
          </a:xfrm>
          <a:prstGeom prst="rect">
            <a:avLst/>
          </a:prstGeom>
        </p:spPr>
      </p:pic>
      <p:sp>
        <p:nvSpPr>
          <p:cNvPr id="14" name="TextBox 13">
            <a:extLst>
              <a:ext uri="{FF2B5EF4-FFF2-40B4-BE49-F238E27FC236}">
                <a16:creationId xmlns:a16="http://schemas.microsoft.com/office/drawing/2014/main" id="{D745506A-8788-A906-38C7-8D2585AF53F9}"/>
              </a:ext>
            </a:extLst>
          </p:cNvPr>
          <p:cNvSpPr txBox="1"/>
          <p:nvPr/>
        </p:nvSpPr>
        <p:spPr>
          <a:xfrm>
            <a:off x="533400" y="1526290"/>
            <a:ext cx="1295400" cy="707501"/>
          </a:xfrm>
          <a:prstGeom prst="rect">
            <a:avLst/>
          </a:prstGeom>
          <a:noFill/>
        </p:spPr>
        <p:txBody>
          <a:bodyPr wrap="square">
            <a:spAutoFit/>
          </a:bodyPr>
          <a:lstStyle/>
          <a:p>
            <a:pPr algn="l">
              <a:lnSpc>
                <a:spcPts val="2520"/>
              </a:lnSpc>
            </a:pPr>
            <a:r>
              <a:rPr lang="en-US" sz="1800" spc="18" dirty="0">
                <a:solidFill>
                  <a:srgbClr val="000000"/>
                </a:solidFill>
                <a:latin typeface="Times New Roman"/>
                <a:ea typeface="Times New Roman"/>
                <a:cs typeface="Times New Roman"/>
                <a:sym typeface="Times New Roman"/>
              </a:rPr>
              <a:t>  </a:t>
            </a:r>
          </a:p>
          <a:p>
            <a:pPr marL="342900" indent="-342900" algn="l">
              <a:lnSpc>
                <a:spcPts val="2520"/>
              </a:lnSpc>
              <a:buFont typeface="Wingdings" panose="05000000000000000000" pitchFamily="2" charset="2"/>
              <a:buChar char="Ø"/>
            </a:pPr>
            <a:r>
              <a:rPr lang="en-US" sz="1800" spc="18" dirty="0">
                <a:solidFill>
                  <a:srgbClr val="000000"/>
                </a:solidFill>
                <a:latin typeface="Times New Roman"/>
                <a:ea typeface="Times New Roman"/>
                <a:cs typeface="Times New Roman"/>
                <a:sym typeface="Times New Roman"/>
              </a:rPr>
              <a:t>Sensors </a:t>
            </a:r>
          </a:p>
        </p:txBody>
      </p:sp>
      <p:sp>
        <p:nvSpPr>
          <p:cNvPr id="16" name="TextBox 15">
            <a:extLst>
              <a:ext uri="{FF2B5EF4-FFF2-40B4-BE49-F238E27FC236}">
                <a16:creationId xmlns:a16="http://schemas.microsoft.com/office/drawing/2014/main" id="{522C7F90-43CF-7643-C3AD-CDD3A6AD1F82}"/>
              </a:ext>
            </a:extLst>
          </p:cNvPr>
          <p:cNvSpPr txBox="1"/>
          <p:nvPr/>
        </p:nvSpPr>
        <p:spPr>
          <a:xfrm>
            <a:off x="770260" y="4216008"/>
            <a:ext cx="2201540" cy="722634"/>
          </a:xfrm>
          <a:prstGeom prst="rect">
            <a:avLst/>
          </a:prstGeom>
          <a:noFill/>
        </p:spPr>
        <p:txBody>
          <a:bodyPr wrap="square">
            <a:spAutoFit/>
          </a:bodyPr>
          <a:lstStyle/>
          <a:p>
            <a:pPr algn="l">
              <a:lnSpc>
                <a:spcPts val="2520"/>
              </a:lnSpc>
            </a:pPr>
            <a:r>
              <a:rPr lang="en-US" sz="1800" spc="18" dirty="0">
                <a:solidFill>
                  <a:srgbClr val="000000"/>
                </a:solidFill>
                <a:latin typeface="Times New Roman"/>
                <a:ea typeface="Times New Roman"/>
                <a:cs typeface="Times New Roman"/>
                <a:sym typeface="Times New Roman"/>
              </a:rPr>
              <a:t> </a:t>
            </a:r>
          </a:p>
          <a:p>
            <a:pPr marL="342900" indent="-342900" algn="l">
              <a:lnSpc>
                <a:spcPts val="2520"/>
              </a:lnSpc>
              <a:buFont typeface="Wingdings" panose="05000000000000000000" pitchFamily="2" charset="2"/>
              <a:buChar char="§"/>
            </a:pPr>
            <a:r>
              <a:rPr lang="en-US" sz="1800" spc="18" dirty="0">
                <a:solidFill>
                  <a:srgbClr val="000000"/>
                </a:solidFill>
                <a:latin typeface="Times New Roman"/>
                <a:ea typeface="Times New Roman"/>
                <a:cs typeface="Times New Roman"/>
                <a:sym typeface="Times New Roman"/>
              </a:rPr>
              <a:t>pH Sensor</a:t>
            </a:r>
            <a:endParaRPr lang="en-IN" dirty="0"/>
          </a:p>
        </p:txBody>
      </p:sp>
      <p:sp>
        <p:nvSpPr>
          <p:cNvPr id="18" name="TextBox 17">
            <a:extLst>
              <a:ext uri="{FF2B5EF4-FFF2-40B4-BE49-F238E27FC236}">
                <a16:creationId xmlns:a16="http://schemas.microsoft.com/office/drawing/2014/main" id="{B6D6CEE1-6419-4B5B-6913-1D1A21C38C33}"/>
              </a:ext>
            </a:extLst>
          </p:cNvPr>
          <p:cNvSpPr txBox="1"/>
          <p:nvPr/>
        </p:nvSpPr>
        <p:spPr>
          <a:xfrm>
            <a:off x="3507927" y="4533116"/>
            <a:ext cx="2514955" cy="402033"/>
          </a:xfrm>
          <a:prstGeom prst="rect">
            <a:avLst/>
          </a:prstGeom>
          <a:noFill/>
        </p:spPr>
        <p:txBody>
          <a:bodyPr wrap="square">
            <a:spAutoFit/>
          </a:bodyPr>
          <a:lstStyle/>
          <a:p>
            <a:pPr marL="342900" indent="-342900" algn="l">
              <a:lnSpc>
                <a:spcPts val="2520"/>
              </a:lnSpc>
              <a:buFont typeface="Wingdings" panose="05000000000000000000" pitchFamily="2" charset="2"/>
              <a:buChar char="§"/>
            </a:pPr>
            <a:r>
              <a:rPr lang="en-US" spc="18" dirty="0">
                <a:solidFill>
                  <a:srgbClr val="000000"/>
                </a:solidFill>
                <a:latin typeface="Times New Roman"/>
                <a:cs typeface="Times New Roman"/>
                <a:sym typeface="Times New Roman"/>
              </a:rPr>
              <a:t>Temperature probe</a:t>
            </a:r>
            <a:endParaRPr lang="en-IN" dirty="0"/>
          </a:p>
        </p:txBody>
      </p:sp>
      <p:sp>
        <p:nvSpPr>
          <p:cNvPr id="20" name="TextBox 19">
            <a:extLst>
              <a:ext uri="{FF2B5EF4-FFF2-40B4-BE49-F238E27FC236}">
                <a16:creationId xmlns:a16="http://schemas.microsoft.com/office/drawing/2014/main" id="{762BEBC7-9F43-87AA-3D61-D207B6E75F69}"/>
              </a:ext>
            </a:extLst>
          </p:cNvPr>
          <p:cNvSpPr txBox="1"/>
          <p:nvPr/>
        </p:nvSpPr>
        <p:spPr>
          <a:xfrm>
            <a:off x="7966888" y="4458622"/>
            <a:ext cx="1581150" cy="402033"/>
          </a:xfrm>
          <a:prstGeom prst="rect">
            <a:avLst/>
          </a:prstGeom>
          <a:noFill/>
        </p:spPr>
        <p:txBody>
          <a:bodyPr wrap="square">
            <a:spAutoFit/>
          </a:bodyPr>
          <a:lstStyle/>
          <a:p>
            <a:pPr marL="342900" indent="-342900" algn="l">
              <a:lnSpc>
                <a:spcPts val="2520"/>
              </a:lnSpc>
              <a:buFont typeface="Wingdings" panose="05000000000000000000" pitchFamily="2" charset="2"/>
              <a:buChar char="§"/>
            </a:pPr>
            <a:r>
              <a:rPr lang="en-US" spc="18" dirty="0" err="1">
                <a:solidFill>
                  <a:srgbClr val="000000"/>
                </a:solidFill>
                <a:latin typeface="Times New Roman"/>
                <a:cs typeface="Times New Roman"/>
                <a:sym typeface="Times New Roman"/>
              </a:rPr>
              <a:t>Turbitidy</a:t>
            </a:r>
            <a:endParaRPr lang="en-IN" dirty="0"/>
          </a:p>
        </p:txBody>
      </p:sp>
      <p:sp>
        <p:nvSpPr>
          <p:cNvPr id="22" name="TextBox 21">
            <a:extLst>
              <a:ext uri="{FF2B5EF4-FFF2-40B4-BE49-F238E27FC236}">
                <a16:creationId xmlns:a16="http://schemas.microsoft.com/office/drawing/2014/main" id="{936B5D33-03BF-5E0F-024C-1BEEA2946A18}"/>
              </a:ext>
            </a:extLst>
          </p:cNvPr>
          <p:cNvSpPr txBox="1"/>
          <p:nvPr/>
        </p:nvSpPr>
        <p:spPr>
          <a:xfrm>
            <a:off x="3922953" y="5943600"/>
            <a:ext cx="1828800" cy="386837"/>
          </a:xfrm>
          <a:prstGeom prst="rect">
            <a:avLst/>
          </a:prstGeom>
          <a:noFill/>
        </p:spPr>
        <p:txBody>
          <a:bodyPr wrap="square">
            <a:spAutoFit/>
          </a:bodyPr>
          <a:lstStyle/>
          <a:p>
            <a:pPr marL="342900" indent="-342900" algn="l">
              <a:lnSpc>
                <a:spcPts val="2520"/>
              </a:lnSpc>
              <a:buFont typeface="Wingdings" panose="05000000000000000000" pitchFamily="2" charset="2"/>
              <a:buChar char="§"/>
            </a:pPr>
            <a:r>
              <a:rPr lang="en-IN" dirty="0">
                <a:latin typeface="Times New Roman" panose="02020603050405020304" pitchFamily="18" charset="0"/>
                <a:ea typeface="Cascadia Code SemiBold" panose="020B0609020000020004" pitchFamily="49" charset="0"/>
                <a:cs typeface="Times New Roman" panose="02020603050405020304" pitchFamily="18" charset="0"/>
              </a:rPr>
              <a:t>Conductivity</a:t>
            </a:r>
          </a:p>
        </p:txBody>
      </p:sp>
    </p:spTree>
    <p:extLst>
      <p:ext uri="{BB962C8B-B14F-4D97-AF65-F5344CB8AC3E}">
        <p14:creationId xmlns:p14="http://schemas.microsoft.com/office/powerpoint/2010/main" val="2988918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9B15D-EF8C-CAB5-E729-01BA4C1CDF5C}"/>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240AAEC2-A262-B8D0-CFD8-C484196A2F97}"/>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sp>
        <p:nvSpPr>
          <p:cNvPr id="14" name="TextBox 13">
            <a:extLst>
              <a:ext uri="{FF2B5EF4-FFF2-40B4-BE49-F238E27FC236}">
                <a16:creationId xmlns:a16="http://schemas.microsoft.com/office/drawing/2014/main" id="{5B1A6207-25E1-B840-A3C4-568BAF367BB8}"/>
              </a:ext>
            </a:extLst>
          </p:cNvPr>
          <p:cNvSpPr txBox="1"/>
          <p:nvPr/>
        </p:nvSpPr>
        <p:spPr>
          <a:xfrm>
            <a:off x="533400" y="1762028"/>
            <a:ext cx="2286000" cy="707501"/>
          </a:xfrm>
          <a:prstGeom prst="rect">
            <a:avLst/>
          </a:prstGeom>
          <a:noFill/>
        </p:spPr>
        <p:txBody>
          <a:bodyPr wrap="square">
            <a:spAutoFit/>
          </a:bodyPr>
          <a:lstStyle/>
          <a:p>
            <a:pPr algn="l">
              <a:lnSpc>
                <a:spcPts val="2520"/>
              </a:lnSpc>
            </a:pPr>
            <a:r>
              <a:rPr lang="en-US" sz="1800" spc="18" dirty="0">
                <a:solidFill>
                  <a:srgbClr val="000000"/>
                </a:solidFill>
                <a:latin typeface="Times New Roman"/>
                <a:ea typeface="Times New Roman"/>
                <a:cs typeface="Times New Roman"/>
                <a:sym typeface="Times New Roman"/>
              </a:rPr>
              <a:t>  </a:t>
            </a:r>
          </a:p>
          <a:p>
            <a:pPr marL="342900" indent="-342900" algn="l">
              <a:lnSpc>
                <a:spcPts val="2520"/>
              </a:lnSpc>
              <a:buFont typeface="Wingdings" panose="05000000000000000000" pitchFamily="2" charset="2"/>
              <a:buChar char="Ø"/>
            </a:pPr>
            <a:r>
              <a:rPr lang="en-US" spc="18" dirty="0">
                <a:solidFill>
                  <a:srgbClr val="000000"/>
                </a:solidFill>
                <a:latin typeface="Times New Roman"/>
                <a:ea typeface="Times New Roman"/>
                <a:cs typeface="Times New Roman"/>
                <a:sym typeface="Times New Roman"/>
              </a:rPr>
              <a:t>ESP32 WROOM</a:t>
            </a:r>
            <a:r>
              <a:rPr lang="en-US" sz="1800" spc="18" dirty="0">
                <a:solidFill>
                  <a:srgbClr val="000000"/>
                </a:solidFill>
                <a:latin typeface="Times New Roman"/>
                <a:ea typeface="Times New Roman"/>
                <a:cs typeface="Times New Roman"/>
                <a:sym typeface="Times New Roman"/>
              </a:rPr>
              <a:t> </a:t>
            </a:r>
          </a:p>
        </p:txBody>
      </p:sp>
      <p:pic>
        <p:nvPicPr>
          <p:cNvPr id="5" name="Picture 4">
            <a:extLst>
              <a:ext uri="{FF2B5EF4-FFF2-40B4-BE49-F238E27FC236}">
                <a16:creationId xmlns:a16="http://schemas.microsoft.com/office/drawing/2014/main" id="{96E7DFF7-2C81-FFCE-E094-254C1B751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2620024"/>
            <a:ext cx="3009900" cy="3232295"/>
          </a:xfrm>
          <a:prstGeom prst="rect">
            <a:avLst/>
          </a:prstGeom>
        </p:spPr>
      </p:pic>
      <p:sp>
        <p:nvSpPr>
          <p:cNvPr id="7" name="TextBox 6">
            <a:extLst>
              <a:ext uri="{FF2B5EF4-FFF2-40B4-BE49-F238E27FC236}">
                <a16:creationId xmlns:a16="http://schemas.microsoft.com/office/drawing/2014/main" id="{9FEB3578-0C06-0123-8128-4BB4945DD81B}"/>
              </a:ext>
            </a:extLst>
          </p:cNvPr>
          <p:cNvSpPr txBox="1"/>
          <p:nvPr/>
        </p:nvSpPr>
        <p:spPr>
          <a:xfrm>
            <a:off x="5143502" y="2082628"/>
            <a:ext cx="3200400" cy="386901"/>
          </a:xfrm>
          <a:prstGeom prst="rect">
            <a:avLst/>
          </a:prstGeom>
          <a:noFill/>
        </p:spPr>
        <p:txBody>
          <a:bodyPr wrap="square">
            <a:spAutoFit/>
          </a:bodyPr>
          <a:lstStyle/>
          <a:p>
            <a:pPr marL="285750" indent="-285750" algn="l">
              <a:lnSpc>
                <a:spcPts val="2520"/>
              </a:lnSpc>
              <a:buFont typeface="Wingdings" panose="05000000000000000000" pitchFamily="2" charset="2"/>
              <a:buChar char="Ø"/>
            </a:pPr>
            <a:r>
              <a:rPr lang="en-US" sz="1800" spc="18" dirty="0">
                <a:solidFill>
                  <a:srgbClr val="000000"/>
                </a:solidFill>
                <a:latin typeface="Times New Roman"/>
                <a:ea typeface="Times New Roman"/>
                <a:cs typeface="Times New Roman"/>
                <a:sym typeface="Times New Roman"/>
              </a:rPr>
              <a:t>  Display Result on Web App</a:t>
            </a:r>
          </a:p>
        </p:txBody>
      </p:sp>
      <p:pic>
        <p:nvPicPr>
          <p:cNvPr id="6" name="Picture 5">
            <a:extLst>
              <a:ext uri="{FF2B5EF4-FFF2-40B4-BE49-F238E27FC236}">
                <a16:creationId xmlns:a16="http://schemas.microsoft.com/office/drawing/2014/main" id="{DC24F2F6-6682-4608-0713-2B106481A077}"/>
              </a:ext>
            </a:extLst>
          </p:cNvPr>
          <p:cNvPicPr>
            <a:picLocks noChangeAspect="1"/>
          </p:cNvPicPr>
          <p:nvPr/>
        </p:nvPicPr>
        <p:blipFill>
          <a:blip r:embed="rId4"/>
          <a:stretch>
            <a:fillRect/>
          </a:stretch>
        </p:blipFill>
        <p:spPr>
          <a:xfrm>
            <a:off x="4038600" y="2620025"/>
            <a:ext cx="5118115" cy="3232295"/>
          </a:xfrm>
          <a:prstGeom prst="rect">
            <a:avLst/>
          </a:prstGeom>
        </p:spPr>
      </p:pic>
    </p:spTree>
    <p:extLst>
      <p:ext uri="{BB962C8B-B14F-4D97-AF65-F5344CB8AC3E}">
        <p14:creationId xmlns:p14="http://schemas.microsoft.com/office/powerpoint/2010/main" val="1058605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311F85-DC8F-1252-F1D9-9E7DCD1FDB0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D11017C-F8CF-453F-4099-F5A6DE0D8BD3}"/>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4" name="Picture 3">
            <a:extLst>
              <a:ext uri="{FF2B5EF4-FFF2-40B4-BE49-F238E27FC236}">
                <a16:creationId xmlns:a16="http://schemas.microsoft.com/office/drawing/2014/main" id="{AC932141-F868-7459-D4EC-FD8B7C4A2A8D}"/>
              </a:ext>
            </a:extLst>
          </p:cNvPr>
          <p:cNvPicPr>
            <a:picLocks noChangeAspect="1"/>
          </p:cNvPicPr>
          <p:nvPr/>
        </p:nvPicPr>
        <p:blipFill>
          <a:blip r:embed="rId3"/>
          <a:stretch>
            <a:fillRect/>
          </a:stretch>
        </p:blipFill>
        <p:spPr>
          <a:xfrm>
            <a:off x="457200" y="1752600"/>
            <a:ext cx="9076046" cy="4343400"/>
          </a:xfrm>
          <a:prstGeom prst="rect">
            <a:avLst/>
          </a:prstGeom>
        </p:spPr>
      </p:pic>
    </p:spTree>
    <p:extLst>
      <p:ext uri="{BB962C8B-B14F-4D97-AF65-F5344CB8AC3E}">
        <p14:creationId xmlns:p14="http://schemas.microsoft.com/office/powerpoint/2010/main" val="3414871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B2B53D-9CDE-DE1E-EA0D-AB4F855D831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6C74E1EE-C0A3-7943-B637-229C799CF4A8}"/>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sp>
        <p:nvSpPr>
          <p:cNvPr id="14" name="TextBox 13">
            <a:extLst>
              <a:ext uri="{FF2B5EF4-FFF2-40B4-BE49-F238E27FC236}">
                <a16:creationId xmlns:a16="http://schemas.microsoft.com/office/drawing/2014/main" id="{C3FB7F58-8DCF-C871-4A91-492D91297B66}"/>
              </a:ext>
            </a:extLst>
          </p:cNvPr>
          <p:cNvSpPr txBox="1"/>
          <p:nvPr/>
        </p:nvSpPr>
        <p:spPr>
          <a:xfrm>
            <a:off x="426720" y="1219200"/>
            <a:ext cx="3733800" cy="707501"/>
          </a:xfrm>
          <a:prstGeom prst="rect">
            <a:avLst/>
          </a:prstGeom>
          <a:noFill/>
        </p:spPr>
        <p:txBody>
          <a:bodyPr wrap="square">
            <a:spAutoFit/>
          </a:bodyPr>
          <a:lstStyle/>
          <a:p>
            <a:pPr algn="l">
              <a:lnSpc>
                <a:spcPts val="2520"/>
              </a:lnSpc>
            </a:pPr>
            <a:r>
              <a:rPr lang="en-US" sz="1800" spc="18" dirty="0">
                <a:solidFill>
                  <a:srgbClr val="000000"/>
                </a:solidFill>
                <a:latin typeface="Times New Roman"/>
                <a:ea typeface="Times New Roman"/>
                <a:cs typeface="Times New Roman"/>
                <a:sym typeface="Times New Roman"/>
              </a:rPr>
              <a:t>  </a:t>
            </a:r>
          </a:p>
          <a:p>
            <a:pPr marL="342900" indent="-342900" algn="l">
              <a:lnSpc>
                <a:spcPts val="2520"/>
              </a:lnSpc>
              <a:buFont typeface="Wingdings" panose="05000000000000000000" pitchFamily="2" charset="2"/>
              <a:buChar char="Ø"/>
            </a:pPr>
            <a:r>
              <a:rPr lang="en-US" sz="1800" dirty="0">
                <a:solidFill>
                  <a:srgbClr val="000000"/>
                </a:solidFill>
                <a:latin typeface="Times New Roman"/>
                <a:ea typeface="Times New Roman"/>
                <a:cs typeface="Times New Roman"/>
                <a:sym typeface="Times New Roman"/>
              </a:rPr>
              <a:t>Model Implementation Using ML</a:t>
            </a:r>
            <a:r>
              <a:rPr lang="en-US" sz="1800" spc="18" dirty="0">
                <a:solidFill>
                  <a:srgbClr val="000000"/>
                </a:solidFill>
                <a:latin typeface="Times New Roman"/>
                <a:ea typeface="Times New Roman"/>
                <a:cs typeface="Times New Roman"/>
                <a:sym typeface="Times New Roman"/>
              </a:rPr>
              <a:t> </a:t>
            </a:r>
          </a:p>
        </p:txBody>
      </p:sp>
      <p:pic>
        <p:nvPicPr>
          <p:cNvPr id="4" name="Picture 3">
            <a:extLst>
              <a:ext uri="{FF2B5EF4-FFF2-40B4-BE49-F238E27FC236}">
                <a16:creationId xmlns:a16="http://schemas.microsoft.com/office/drawing/2014/main" id="{98684294-B018-8F1E-8CD1-2C88A7125BC5}"/>
              </a:ext>
            </a:extLst>
          </p:cNvPr>
          <p:cNvPicPr>
            <a:picLocks noChangeAspect="1"/>
          </p:cNvPicPr>
          <p:nvPr/>
        </p:nvPicPr>
        <p:blipFill>
          <a:blip r:embed="rId3"/>
          <a:stretch>
            <a:fillRect/>
          </a:stretch>
        </p:blipFill>
        <p:spPr>
          <a:xfrm>
            <a:off x="581601" y="2209800"/>
            <a:ext cx="8763000" cy="4086350"/>
          </a:xfrm>
          <a:prstGeom prst="rect">
            <a:avLst/>
          </a:prstGeom>
        </p:spPr>
      </p:pic>
    </p:spTree>
    <p:extLst>
      <p:ext uri="{BB962C8B-B14F-4D97-AF65-F5344CB8AC3E}">
        <p14:creationId xmlns:p14="http://schemas.microsoft.com/office/powerpoint/2010/main" val="4090506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562673-4E40-4D5E-BB80-E9A3C5C8DF96}"/>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F3B17674-6A55-DC27-A949-C8CE93D3E292}"/>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5" name="Picture 4">
            <a:extLst>
              <a:ext uri="{FF2B5EF4-FFF2-40B4-BE49-F238E27FC236}">
                <a16:creationId xmlns:a16="http://schemas.microsoft.com/office/drawing/2014/main" id="{8EDB2427-409A-1E6C-5854-8E81DE1970FF}"/>
              </a:ext>
            </a:extLst>
          </p:cNvPr>
          <p:cNvPicPr>
            <a:picLocks noChangeAspect="1"/>
          </p:cNvPicPr>
          <p:nvPr/>
        </p:nvPicPr>
        <p:blipFill>
          <a:blip r:embed="rId3"/>
          <a:stretch>
            <a:fillRect/>
          </a:stretch>
        </p:blipFill>
        <p:spPr>
          <a:xfrm>
            <a:off x="610261" y="1905000"/>
            <a:ext cx="8533078" cy="4114800"/>
          </a:xfrm>
          <a:prstGeom prst="rect">
            <a:avLst/>
          </a:prstGeom>
        </p:spPr>
      </p:pic>
    </p:spTree>
    <p:extLst>
      <p:ext uri="{BB962C8B-B14F-4D97-AF65-F5344CB8AC3E}">
        <p14:creationId xmlns:p14="http://schemas.microsoft.com/office/powerpoint/2010/main" val="2299285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5D81E0-3101-4D9D-420C-D514A62B991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0431883-21DF-BAD7-83D8-CB23F8423C70}"/>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4" name="Picture 3">
            <a:extLst>
              <a:ext uri="{FF2B5EF4-FFF2-40B4-BE49-F238E27FC236}">
                <a16:creationId xmlns:a16="http://schemas.microsoft.com/office/drawing/2014/main" id="{4EE6A746-B72A-0D2E-5FBC-BA8CD7282A9B}"/>
              </a:ext>
            </a:extLst>
          </p:cNvPr>
          <p:cNvPicPr>
            <a:picLocks noChangeAspect="1"/>
          </p:cNvPicPr>
          <p:nvPr/>
        </p:nvPicPr>
        <p:blipFill>
          <a:blip r:embed="rId3"/>
          <a:stretch>
            <a:fillRect/>
          </a:stretch>
        </p:blipFill>
        <p:spPr>
          <a:xfrm>
            <a:off x="290033" y="1752600"/>
            <a:ext cx="9173533" cy="4392554"/>
          </a:xfrm>
          <a:prstGeom prst="rect">
            <a:avLst/>
          </a:prstGeom>
        </p:spPr>
      </p:pic>
    </p:spTree>
    <p:extLst>
      <p:ext uri="{BB962C8B-B14F-4D97-AF65-F5344CB8AC3E}">
        <p14:creationId xmlns:p14="http://schemas.microsoft.com/office/powerpoint/2010/main" val="2210737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D7243A-1C97-EF84-6DCC-5AF9BCE6991F}"/>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197ECBA-60A9-6289-D8B4-D46CD26BBAF8}"/>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5" name="Picture 4">
            <a:extLst>
              <a:ext uri="{FF2B5EF4-FFF2-40B4-BE49-F238E27FC236}">
                <a16:creationId xmlns:a16="http://schemas.microsoft.com/office/drawing/2014/main" id="{EC5A46CE-CC0B-18F5-0F37-4AD5EE59DCDC}"/>
              </a:ext>
            </a:extLst>
          </p:cNvPr>
          <p:cNvPicPr>
            <a:picLocks noChangeAspect="1"/>
          </p:cNvPicPr>
          <p:nvPr/>
        </p:nvPicPr>
        <p:blipFill>
          <a:blip r:embed="rId3"/>
          <a:stretch>
            <a:fillRect/>
          </a:stretch>
        </p:blipFill>
        <p:spPr>
          <a:xfrm>
            <a:off x="378341" y="1905000"/>
            <a:ext cx="8996918" cy="4326258"/>
          </a:xfrm>
          <a:prstGeom prst="rect">
            <a:avLst/>
          </a:prstGeom>
        </p:spPr>
      </p:pic>
    </p:spTree>
    <p:extLst>
      <p:ext uri="{BB962C8B-B14F-4D97-AF65-F5344CB8AC3E}">
        <p14:creationId xmlns:p14="http://schemas.microsoft.com/office/powerpoint/2010/main" val="2792715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008724-216F-A75D-4F5E-0476EE578013}"/>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3930DF3-F090-DDC3-FF90-1DAB9FBA760C}"/>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4" name="Picture 3">
            <a:extLst>
              <a:ext uri="{FF2B5EF4-FFF2-40B4-BE49-F238E27FC236}">
                <a16:creationId xmlns:a16="http://schemas.microsoft.com/office/drawing/2014/main" id="{6BF0292D-B6DA-9457-F061-AD8BACB74E10}"/>
              </a:ext>
            </a:extLst>
          </p:cNvPr>
          <p:cNvPicPr>
            <a:picLocks noChangeAspect="1"/>
          </p:cNvPicPr>
          <p:nvPr/>
        </p:nvPicPr>
        <p:blipFill>
          <a:blip r:embed="rId3"/>
          <a:stretch>
            <a:fillRect/>
          </a:stretch>
        </p:blipFill>
        <p:spPr>
          <a:xfrm>
            <a:off x="529740" y="1828800"/>
            <a:ext cx="8694120" cy="4165175"/>
          </a:xfrm>
          <a:prstGeom prst="rect">
            <a:avLst/>
          </a:prstGeom>
        </p:spPr>
      </p:pic>
    </p:spTree>
    <p:extLst>
      <p:ext uri="{BB962C8B-B14F-4D97-AF65-F5344CB8AC3E}">
        <p14:creationId xmlns:p14="http://schemas.microsoft.com/office/powerpoint/2010/main" val="1297258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4DE735-D35E-3950-EA1E-40A3F2E2BC1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8F7FD533-3849-6663-357D-8A902CB9CCCE}"/>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5" name="Picture 4">
            <a:extLst>
              <a:ext uri="{FF2B5EF4-FFF2-40B4-BE49-F238E27FC236}">
                <a16:creationId xmlns:a16="http://schemas.microsoft.com/office/drawing/2014/main" id="{20CD7A0F-33E3-A149-824F-E78F134B5502}"/>
              </a:ext>
            </a:extLst>
          </p:cNvPr>
          <p:cNvPicPr>
            <a:picLocks noChangeAspect="1"/>
          </p:cNvPicPr>
          <p:nvPr/>
        </p:nvPicPr>
        <p:blipFill>
          <a:blip r:embed="rId3"/>
          <a:stretch>
            <a:fillRect/>
          </a:stretch>
        </p:blipFill>
        <p:spPr>
          <a:xfrm>
            <a:off x="426720" y="1828761"/>
            <a:ext cx="8863083" cy="4267239"/>
          </a:xfrm>
          <a:prstGeom prst="rect">
            <a:avLst/>
          </a:prstGeom>
        </p:spPr>
      </p:pic>
    </p:spTree>
    <p:extLst>
      <p:ext uri="{BB962C8B-B14F-4D97-AF65-F5344CB8AC3E}">
        <p14:creationId xmlns:p14="http://schemas.microsoft.com/office/powerpoint/2010/main" val="35044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4EA2DDC-4FA4-AD8E-E3A8-FBB6992B1F1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04A4C18-080E-A507-59FC-C202BE0C44E7}"/>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4" name="Picture 3">
            <a:extLst>
              <a:ext uri="{FF2B5EF4-FFF2-40B4-BE49-F238E27FC236}">
                <a16:creationId xmlns:a16="http://schemas.microsoft.com/office/drawing/2014/main" id="{D28E2CB8-C364-3DDC-531D-59679BA41378}"/>
              </a:ext>
            </a:extLst>
          </p:cNvPr>
          <p:cNvPicPr>
            <a:picLocks noChangeAspect="1"/>
          </p:cNvPicPr>
          <p:nvPr/>
        </p:nvPicPr>
        <p:blipFill>
          <a:blip r:embed="rId3"/>
          <a:stretch>
            <a:fillRect/>
          </a:stretch>
        </p:blipFill>
        <p:spPr>
          <a:xfrm>
            <a:off x="433383" y="1752600"/>
            <a:ext cx="8893497" cy="4267200"/>
          </a:xfrm>
          <a:prstGeom prst="rect">
            <a:avLst/>
          </a:prstGeom>
        </p:spPr>
      </p:pic>
    </p:spTree>
    <p:extLst>
      <p:ext uri="{BB962C8B-B14F-4D97-AF65-F5344CB8AC3E}">
        <p14:creationId xmlns:p14="http://schemas.microsoft.com/office/powerpoint/2010/main" val="2537603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3E0930-56F5-F6ED-7806-6679ED445A6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B7F02C5-D995-EF10-FAF6-5E41BE0B8877}"/>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5" name="Picture 4">
            <a:extLst>
              <a:ext uri="{FF2B5EF4-FFF2-40B4-BE49-F238E27FC236}">
                <a16:creationId xmlns:a16="http://schemas.microsoft.com/office/drawing/2014/main" id="{6CA64DDB-3DB9-A8A3-0A7A-D32AAEAFD23E}"/>
              </a:ext>
            </a:extLst>
          </p:cNvPr>
          <p:cNvPicPr>
            <a:picLocks noChangeAspect="1"/>
          </p:cNvPicPr>
          <p:nvPr/>
        </p:nvPicPr>
        <p:blipFill>
          <a:blip r:embed="rId3"/>
          <a:stretch>
            <a:fillRect/>
          </a:stretch>
        </p:blipFill>
        <p:spPr>
          <a:xfrm>
            <a:off x="509532" y="1905000"/>
            <a:ext cx="8495292" cy="4038600"/>
          </a:xfrm>
          <a:prstGeom prst="rect">
            <a:avLst/>
          </a:prstGeom>
        </p:spPr>
      </p:pic>
    </p:spTree>
    <p:extLst>
      <p:ext uri="{BB962C8B-B14F-4D97-AF65-F5344CB8AC3E}">
        <p14:creationId xmlns:p14="http://schemas.microsoft.com/office/powerpoint/2010/main" val="375644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46D37-E518-9B11-C418-ED56BCCCED2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228A9678-C225-B5B8-621C-AB06066615CE}"/>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4" name="Picture 3">
            <a:extLst>
              <a:ext uri="{FF2B5EF4-FFF2-40B4-BE49-F238E27FC236}">
                <a16:creationId xmlns:a16="http://schemas.microsoft.com/office/drawing/2014/main" id="{D12154F2-95AE-E93F-A077-8E62DCCEBC49}"/>
              </a:ext>
            </a:extLst>
          </p:cNvPr>
          <p:cNvPicPr>
            <a:picLocks noChangeAspect="1"/>
          </p:cNvPicPr>
          <p:nvPr/>
        </p:nvPicPr>
        <p:blipFill>
          <a:blip r:embed="rId3"/>
          <a:stretch>
            <a:fillRect/>
          </a:stretch>
        </p:blipFill>
        <p:spPr>
          <a:xfrm>
            <a:off x="377942" y="1752600"/>
            <a:ext cx="8997716" cy="4343400"/>
          </a:xfrm>
          <a:prstGeom prst="rect">
            <a:avLst/>
          </a:prstGeom>
        </p:spPr>
      </p:pic>
    </p:spTree>
    <p:extLst>
      <p:ext uri="{BB962C8B-B14F-4D97-AF65-F5344CB8AC3E}">
        <p14:creationId xmlns:p14="http://schemas.microsoft.com/office/powerpoint/2010/main" val="1382550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B94E1-9423-7E6F-E3C4-FACBA9EA7F58}"/>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29E4DBEC-C29C-936C-5456-A6D9D3827108}"/>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MODULE SCREENSHOT</a:t>
            </a:r>
          </a:p>
        </p:txBody>
      </p:sp>
      <p:pic>
        <p:nvPicPr>
          <p:cNvPr id="5" name="Picture 4">
            <a:extLst>
              <a:ext uri="{FF2B5EF4-FFF2-40B4-BE49-F238E27FC236}">
                <a16:creationId xmlns:a16="http://schemas.microsoft.com/office/drawing/2014/main" id="{D1C90234-6DDF-F0AB-6DBB-7BC72B9840E8}"/>
              </a:ext>
            </a:extLst>
          </p:cNvPr>
          <p:cNvPicPr>
            <a:picLocks noChangeAspect="1"/>
          </p:cNvPicPr>
          <p:nvPr/>
        </p:nvPicPr>
        <p:blipFill>
          <a:blip r:embed="rId3"/>
          <a:stretch>
            <a:fillRect/>
          </a:stretch>
        </p:blipFill>
        <p:spPr>
          <a:xfrm>
            <a:off x="608225" y="1905000"/>
            <a:ext cx="8537149" cy="4087646"/>
          </a:xfrm>
          <a:prstGeom prst="rect">
            <a:avLst/>
          </a:prstGeom>
        </p:spPr>
      </p:pic>
    </p:spTree>
    <p:extLst>
      <p:ext uri="{BB962C8B-B14F-4D97-AF65-F5344CB8AC3E}">
        <p14:creationId xmlns:p14="http://schemas.microsoft.com/office/powerpoint/2010/main" val="2019306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55DC57-0EB6-8F67-489D-70207C4BAFC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869693A-3C87-266A-FFAA-EF1316FF1869}"/>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SAMPLE SOURCE CODE</a:t>
            </a:r>
          </a:p>
        </p:txBody>
      </p:sp>
      <p:pic>
        <p:nvPicPr>
          <p:cNvPr id="4" name="Picture 3">
            <a:extLst>
              <a:ext uri="{FF2B5EF4-FFF2-40B4-BE49-F238E27FC236}">
                <a16:creationId xmlns:a16="http://schemas.microsoft.com/office/drawing/2014/main" id="{2488F213-44C8-C6D6-AB9F-14FB092FC117}"/>
              </a:ext>
            </a:extLst>
          </p:cNvPr>
          <p:cNvPicPr>
            <a:picLocks noChangeAspect="1"/>
          </p:cNvPicPr>
          <p:nvPr/>
        </p:nvPicPr>
        <p:blipFill>
          <a:blip r:embed="rId3"/>
          <a:stretch>
            <a:fillRect/>
          </a:stretch>
        </p:blipFill>
        <p:spPr>
          <a:xfrm>
            <a:off x="731520" y="1752600"/>
            <a:ext cx="8487150" cy="4495800"/>
          </a:xfrm>
          <a:prstGeom prst="rect">
            <a:avLst/>
          </a:prstGeom>
        </p:spPr>
      </p:pic>
    </p:spTree>
    <p:extLst>
      <p:ext uri="{BB962C8B-B14F-4D97-AF65-F5344CB8AC3E}">
        <p14:creationId xmlns:p14="http://schemas.microsoft.com/office/powerpoint/2010/main" val="2982283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BECB8F3-08CA-9300-DA38-27103B9C7AA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4457A7F8-EC6A-4AE2-6E80-6DA8750F6513}"/>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SAMPLE SOURCE CODE</a:t>
            </a:r>
          </a:p>
        </p:txBody>
      </p:sp>
      <p:pic>
        <p:nvPicPr>
          <p:cNvPr id="5" name="Picture 4">
            <a:extLst>
              <a:ext uri="{FF2B5EF4-FFF2-40B4-BE49-F238E27FC236}">
                <a16:creationId xmlns:a16="http://schemas.microsoft.com/office/drawing/2014/main" id="{7F7469FC-261F-514E-0DB0-E7D5534E91AA}"/>
              </a:ext>
            </a:extLst>
          </p:cNvPr>
          <p:cNvPicPr>
            <a:picLocks noChangeAspect="1"/>
          </p:cNvPicPr>
          <p:nvPr/>
        </p:nvPicPr>
        <p:blipFill>
          <a:blip r:embed="rId3"/>
          <a:stretch>
            <a:fillRect/>
          </a:stretch>
        </p:blipFill>
        <p:spPr>
          <a:xfrm>
            <a:off x="731520" y="1828800"/>
            <a:ext cx="8302442" cy="4419600"/>
          </a:xfrm>
          <a:prstGeom prst="rect">
            <a:avLst/>
          </a:prstGeom>
        </p:spPr>
      </p:pic>
    </p:spTree>
    <p:extLst>
      <p:ext uri="{BB962C8B-B14F-4D97-AF65-F5344CB8AC3E}">
        <p14:creationId xmlns:p14="http://schemas.microsoft.com/office/powerpoint/2010/main" val="2082780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C0258B-C566-3201-1005-122CB33B8FE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61501351-33B0-FB22-F08A-BB65783F3C51}"/>
              </a:ext>
            </a:extLst>
          </p:cNvPr>
          <p:cNvSpPr txBox="1"/>
          <p:nvPr/>
        </p:nvSpPr>
        <p:spPr>
          <a:xfrm>
            <a:off x="731520" y="79045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SAMPLE SOURCE CODE</a:t>
            </a:r>
          </a:p>
        </p:txBody>
      </p:sp>
      <p:pic>
        <p:nvPicPr>
          <p:cNvPr id="4" name="Picture 3">
            <a:extLst>
              <a:ext uri="{FF2B5EF4-FFF2-40B4-BE49-F238E27FC236}">
                <a16:creationId xmlns:a16="http://schemas.microsoft.com/office/drawing/2014/main" id="{15D244C5-1F4D-19A0-F009-B5F256ABC725}"/>
              </a:ext>
            </a:extLst>
          </p:cNvPr>
          <p:cNvPicPr>
            <a:picLocks noChangeAspect="1"/>
          </p:cNvPicPr>
          <p:nvPr/>
        </p:nvPicPr>
        <p:blipFill>
          <a:blip r:embed="rId3"/>
          <a:stretch>
            <a:fillRect/>
          </a:stretch>
        </p:blipFill>
        <p:spPr>
          <a:xfrm>
            <a:off x="731520" y="1752600"/>
            <a:ext cx="8268371" cy="4419600"/>
          </a:xfrm>
          <a:prstGeom prst="rect">
            <a:avLst/>
          </a:prstGeom>
        </p:spPr>
      </p:pic>
    </p:spTree>
    <p:extLst>
      <p:ext uri="{BB962C8B-B14F-4D97-AF65-F5344CB8AC3E}">
        <p14:creationId xmlns:p14="http://schemas.microsoft.com/office/powerpoint/2010/main" val="678563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7512E-0072-1B20-A38F-5318BD3F12B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E990C5F-B195-0825-1701-FC3FDFD996F1}"/>
              </a:ext>
            </a:extLst>
          </p:cNvPr>
          <p:cNvSpPr txBox="1"/>
          <p:nvPr/>
        </p:nvSpPr>
        <p:spPr>
          <a:xfrm>
            <a:off x="990600" y="2133600"/>
            <a:ext cx="7959090" cy="3411190"/>
          </a:xfrm>
          <a:prstGeom prst="rect">
            <a:avLst/>
          </a:prstGeom>
        </p:spPr>
        <p:txBody>
          <a:bodyPr wrap="square" lIns="0" tIns="0" rIns="0" bIns="0" rtlCol="0" anchor="t">
            <a:spAutoFit/>
          </a:bodyPr>
          <a:lstStyle/>
          <a:p>
            <a:pPr marL="365353" lvl="1" indent="-182677" algn="just">
              <a:lnSpc>
                <a:spcPts val="1919"/>
              </a:lnSpc>
              <a:buFont typeface="Arial"/>
              <a:buChar char="•"/>
            </a:pPr>
            <a:r>
              <a:rPr lang="en-US" sz="2000" dirty="0">
                <a:latin typeface="Times New Roman" panose="02020603050405020304" pitchFamily="18" charset="0"/>
                <a:cs typeface="Times New Roman" panose="02020603050405020304" pitchFamily="18" charset="0"/>
              </a:rPr>
              <a:t>The potability of the water, which is determined by factors like turbidity, pH, and TDS, will be properly predicted by our suggested method, indicating whether the water is suitable for human consumption or not. </a:t>
            </a:r>
          </a:p>
          <a:p>
            <a:pPr marL="365353" lvl="1" indent="-182677" algn="just">
              <a:lnSpc>
                <a:spcPts val="1919"/>
              </a:lnSpc>
              <a:buFont typeface="Arial"/>
              <a:buChar char="•"/>
            </a:pPr>
            <a:endParaRPr lang="en-US" sz="2000" dirty="0">
              <a:latin typeface="Times New Roman" panose="02020603050405020304" pitchFamily="18" charset="0"/>
              <a:cs typeface="Times New Roman" panose="02020603050405020304" pitchFamily="18" charset="0"/>
            </a:endParaRPr>
          </a:p>
          <a:p>
            <a:pPr marL="365353" lvl="1" indent="-182677" algn="just">
              <a:lnSpc>
                <a:spcPts val="1919"/>
              </a:lnSpc>
              <a:buFont typeface="Arial"/>
              <a:buChar char="•"/>
            </a:pPr>
            <a:r>
              <a:rPr lang="en-US" sz="2000" dirty="0">
                <a:latin typeface="Times New Roman" panose="02020603050405020304" pitchFamily="18" charset="0"/>
                <a:cs typeface="Times New Roman" panose="02020603050405020304" pitchFamily="18" charset="0"/>
              </a:rPr>
              <a:t>In this project, we offer a model that fuses artificial intelligence with the internet of things. </a:t>
            </a:r>
          </a:p>
          <a:p>
            <a:pPr marL="365353" lvl="1" indent="-182677" algn="just">
              <a:lnSpc>
                <a:spcPts val="1919"/>
              </a:lnSpc>
              <a:buFont typeface="Arial"/>
              <a:buChar char="•"/>
            </a:pPr>
            <a:endParaRPr lang="en-US" sz="2000" dirty="0">
              <a:latin typeface="Times New Roman" panose="02020603050405020304" pitchFamily="18" charset="0"/>
              <a:cs typeface="Times New Roman" panose="02020603050405020304" pitchFamily="18" charset="0"/>
            </a:endParaRPr>
          </a:p>
          <a:p>
            <a:pPr marL="365353" lvl="1" indent="-182677" algn="just">
              <a:lnSpc>
                <a:spcPts val="1919"/>
              </a:lnSpc>
              <a:buFont typeface="Arial"/>
              <a:buChar char="•"/>
            </a:pPr>
            <a:r>
              <a:rPr lang="en-US" sz="2000" dirty="0">
                <a:latin typeface="Times New Roman" panose="02020603050405020304" pitchFamily="18" charset="0"/>
                <a:cs typeface="Times New Roman" panose="02020603050405020304" pitchFamily="18" charset="0"/>
              </a:rPr>
              <a:t>Multiple sensors and microcontrollers are </a:t>
            </a:r>
            <a:r>
              <a:rPr lang="en-US" sz="2000" dirty="0" err="1">
                <a:latin typeface="Times New Roman" panose="02020603050405020304" pitchFamily="18" charset="0"/>
                <a:cs typeface="Times New Roman" panose="02020603050405020304" pitchFamily="18" charset="0"/>
              </a:rPr>
              <a:t>utilised</a:t>
            </a:r>
            <a:r>
              <a:rPr lang="en-US" sz="2000" dirty="0">
                <a:latin typeface="Times New Roman" panose="02020603050405020304" pitchFamily="18" charset="0"/>
                <a:cs typeface="Times New Roman" panose="02020603050405020304" pitchFamily="18" charset="0"/>
              </a:rPr>
              <a:t> to assess the TDS, pH, and turbidity data that were validated since the model used machine learning techniques. </a:t>
            </a:r>
          </a:p>
          <a:p>
            <a:pPr marL="365353" lvl="1" indent="-182677" algn="just">
              <a:lnSpc>
                <a:spcPts val="1919"/>
              </a:lnSpc>
              <a:buFont typeface="Arial"/>
              <a:buChar char="•"/>
            </a:pPr>
            <a:endParaRPr lang="en-US" sz="2000" dirty="0">
              <a:latin typeface="Times New Roman" panose="02020603050405020304" pitchFamily="18" charset="0"/>
              <a:cs typeface="Times New Roman" panose="02020603050405020304" pitchFamily="18" charset="0"/>
            </a:endParaRPr>
          </a:p>
          <a:p>
            <a:pPr marL="365353" lvl="1" indent="-182677" algn="just">
              <a:lnSpc>
                <a:spcPts val="1919"/>
              </a:lnSpc>
              <a:buFont typeface="Arial"/>
              <a:buChar char="•"/>
            </a:pPr>
            <a:r>
              <a:rPr lang="en-US" sz="2000" dirty="0">
                <a:latin typeface="Times New Roman" panose="02020603050405020304" pitchFamily="18" charset="0"/>
                <a:cs typeface="Times New Roman" panose="02020603050405020304" pitchFamily="18" charset="0"/>
              </a:rPr>
              <a:t>More sensors can be added in the future to expand the range of properties (such temperature, pH, and dissolved oxygen) that our model can examine</a:t>
            </a:r>
            <a:endParaRPr lang="en-US" sz="2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p:txBody>
      </p:sp>
      <p:sp>
        <p:nvSpPr>
          <p:cNvPr id="3" name="TextBox 3">
            <a:extLst>
              <a:ext uri="{FF2B5EF4-FFF2-40B4-BE49-F238E27FC236}">
                <a16:creationId xmlns:a16="http://schemas.microsoft.com/office/drawing/2014/main" id="{E7E3BA53-21A8-6DE0-D8D8-0C9EA7CDEEF7}"/>
              </a:ext>
            </a:extLst>
          </p:cNvPr>
          <p:cNvSpPr txBox="1"/>
          <p:nvPr/>
        </p:nvSpPr>
        <p:spPr>
          <a:xfrm>
            <a:off x="579120" y="649100"/>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CONCLUSION</a:t>
            </a:r>
          </a:p>
        </p:txBody>
      </p:sp>
    </p:spTree>
    <p:extLst>
      <p:ext uri="{BB962C8B-B14F-4D97-AF65-F5344CB8AC3E}">
        <p14:creationId xmlns:p14="http://schemas.microsoft.com/office/powerpoint/2010/main" val="577718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F1A170-4AF6-2C80-4236-94DC6A93EB4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07B5E38-82E7-386C-031E-6C313D8AD6CF}"/>
              </a:ext>
            </a:extLst>
          </p:cNvPr>
          <p:cNvSpPr txBox="1"/>
          <p:nvPr/>
        </p:nvSpPr>
        <p:spPr>
          <a:xfrm>
            <a:off x="1300591" y="2133600"/>
            <a:ext cx="7152417" cy="3898503"/>
          </a:xfrm>
          <a:prstGeom prst="rect">
            <a:avLst/>
          </a:prstGeom>
        </p:spPr>
        <p:txBody>
          <a:bodyPr lIns="0" tIns="0" rIns="0" bIns="0" rtlCol="0" anchor="t">
            <a:spAutoFit/>
          </a:bodyPr>
          <a:lstStyle/>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Artificial intelligence (AI) is increasingly being applied to wastewater treatment to enhance efficiency, improve processes, and optimize resource utilization.</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This review focuses on objectives, advantages, outputs, and major findings of various AI models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A critical aspect explored in this review is the cost-effectiveness of implementing AI systems in wastewater treatment. </a:t>
            </a:r>
          </a:p>
          <a:p>
            <a:pPr marL="365353" lvl="1" indent="-182677"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This project will deal with the aspects of water that must be considered in order to Optimize wastewater quality.</a:t>
            </a:r>
          </a:p>
          <a:p>
            <a:pPr marL="365353" lvl="1" indent="-182677"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Various machine learning techniques will be used to thoroughly suspect all the parameters.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p:txBody>
      </p:sp>
      <p:sp>
        <p:nvSpPr>
          <p:cNvPr id="3" name="TextBox 3">
            <a:extLst>
              <a:ext uri="{FF2B5EF4-FFF2-40B4-BE49-F238E27FC236}">
                <a16:creationId xmlns:a16="http://schemas.microsoft.com/office/drawing/2014/main" id="{7D150018-3664-3A3C-93D6-87C4B632E3C5}"/>
              </a:ext>
            </a:extLst>
          </p:cNvPr>
          <p:cNvSpPr txBox="1"/>
          <p:nvPr/>
        </p:nvSpPr>
        <p:spPr>
          <a:xfrm>
            <a:off x="762000" y="667296"/>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FUTURE ENHANCEMENT</a:t>
            </a:r>
          </a:p>
        </p:txBody>
      </p:sp>
    </p:spTree>
    <p:extLst>
      <p:ext uri="{BB962C8B-B14F-4D97-AF65-F5344CB8AC3E}">
        <p14:creationId xmlns:p14="http://schemas.microsoft.com/office/powerpoint/2010/main" val="66208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29F7FF-DF0C-AB20-D7C8-C0BAB984DF6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B932C00-1138-B407-7B17-9F264CFA767B}"/>
              </a:ext>
            </a:extLst>
          </p:cNvPr>
          <p:cNvSpPr txBox="1"/>
          <p:nvPr/>
        </p:nvSpPr>
        <p:spPr>
          <a:xfrm>
            <a:off x="1300591" y="2133600"/>
            <a:ext cx="7152417" cy="3898503"/>
          </a:xfrm>
          <a:prstGeom prst="rect">
            <a:avLst/>
          </a:prstGeom>
        </p:spPr>
        <p:txBody>
          <a:bodyPr lIns="0" tIns="0" rIns="0" bIns="0" rtlCol="0" anchor="t">
            <a:spAutoFit/>
          </a:bodyPr>
          <a:lstStyle/>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Artificial intelligence (AI) is increasingly being applied to wastewater treatment to enhance efficiency, improve processes, and optimize resource utilization.</a:t>
            </a:r>
          </a:p>
          <a:p>
            <a:pPr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This review focuses on objectives, advantages, outputs, and major findings of various AI models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A critical aspect explored in this review is the cost-effectiveness of implementing AI systems in wastewater treatment. </a:t>
            </a:r>
          </a:p>
          <a:p>
            <a:pPr marL="365353" lvl="1" indent="-182677"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This project will deal with the aspects of water that must be considered in order to Optimize wastewater quality.</a:t>
            </a:r>
          </a:p>
          <a:p>
            <a:pPr marL="365353" lvl="1" indent="-182677" algn="just">
              <a:lnSpc>
                <a:spcPts val="1919"/>
              </a:lnSpc>
              <a:buFont typeface="Arial"/>
              <a:buChar char="•"/>
            </a:pPr>
            <a:endParaRPr lang="en-US" sz="2000" dirty="0">
              <a:solidFill>
                <a:srgbClr val="000000"/>
              </a:solidFill>
              <a:latin typeface="Times New Roman"/>
              <a:ea typeface="Times New Roman"/>
              <a:cs typeface="Times New Roman"/>
              <a:sym typeface="Times New Roman"/>
            </a:endParaRPr>
          </a:p>
          <a:p>
            <a:pPr marL="365353" lvl="1" indent="-182677" algn="just">
              <a:lnSpc>
                <a:spcPts val="1919"/>
              </a:lnSpc>
              <a:buFont typeface="Arial"/>
              <a:buChar char="•"/>
            </a:pPr>
            <a:r>
              <a:rPr lang="en-US" sz="2000" dirty="0">
                <a:solidFill>
                  <a:srgbClr val="000000"/>
                </a:solidFill>
                <a:latin typeface="Times New Roman"/>
                <a:ea typeface="Times New Roman"/>
                <a:cs typeface="Times New Roman"/>
                <a:sym typeface="Times New Roman"/>
              </a:rPr>
              <a:t>Various machine learning techniques will be used to thoroughly suspect all the parameters.</a:t>
            </a:r>
          </a:p>
          <a:p>
            <a:pPr marL="182676" lvl="1" algn="just">
              <a:lnSpc>
                <a:spcPts val="1919"/>
              </a:lnSpc>
            </a:pPr>
            <a:endParaRPr lang="en-US" sz="2000" dirty="0">
              <a:solidFill>
                <a:srgbClr val="000000"/>
              </a:solidFill>
              <a:latin typeface="Times New Roman"/>
              <a:ea typeface="Times New Roman"/>
              <a:cs typeface="Times New Roman"/>
              <a:sym typeface="Times New Roman"/>
            </a:endParaRPr>
          </a:p>
        </p:txBody>
      </p:sp>
      <p:sp>
        <p:nvSpPr>
          <p:cNvPr id="3" name="TextBox 3">
            <a:extLst>
              <a:ext uri="{FF2B5EF4-FFF2-40B4-BE49-F238E27FC236}">
                <a16:creationId xmlns:a16="http://schemas.microsoft.com/office/drawing/2014/main" id="{0263D0AF-BB15-F5DA-5206-F57462934853}"/>
              </a:ext>
            </a:extLst>
          </p:cNvPr>
          <p:cNvSpPr txBox="1"/>
          <p:nvPr/>
        </p:nvSpPr>
        <p:spPr>
          <a:xfrm>
            <a:off x="762000" y="667296"/>
            <a:ext cx="8595360" cy="641201"/>
          </a:xfrm>
          <a:prstGeom prst="rect">
            <a:avLst/>
          </a:prstGeom>
        </p:spPr>
        <p:txBody>
          <a:bodyPr lIns="0" tIns="0" rIns="0" bIns="0" rtlCol="0" anchor="t">
            <a:spAutoFit/>
          </a:bodyPr>
          <a:lstStyle/>
          <a:p>
            <a:pPr algn="ctr">
              <a:lnSpc>
                <a:spcPts val="5040"/>
              </a:lnSpc>
            </a:pPr>
            <a:r>
              <a:rPr lang="en-US" sz="4200" b="1" dirty="0">
                <a:solidFill>
                  <a:srgbClr val="464646"/>
                </a:solidFill>
                <a:latin typeface="Times New Roman Bold"/>
                <a:ea typeface="Times New Roman Bold"/>
                <a:cs typeface="Times New Roman Bold"/>
                <a:sym typeface="Times New Roman Bold"/>
              </a:rPr>
              <a:t>BIBILOGRAPHY</a:t>
            </a:r>
          </a:p>
        </p:txBody>
      </p:sp>
    </p:spTree>
    <p:extLst>
      <p:ext uri="{BB962C8B-B14F-4D97-AF65-F5344CB8AC3E}">
        <p14:creationId xmlns:p14="http://schemas.microsoft.com/office/powerpoint/2010/main" val="431286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E8F97-0DBE-FC3C-EC2C-CF56A3B6E069}"/>
            </a:ext>
          </a:extLst>
        </p:cNvPr>
        <p:cNvGrpSpPr/>
        <p:nvPr/>
      </p:nvGrpSpPr>
      <p:grpSpPr>
        <a:xfrm>
          <a:off x="0" y="0"/>
          <a:ext cx="0" cy="0"/>
          <a:chOff x="0" y="0"/>
          <a:chExt cx="0" cy="0"/>
        </a:xfrm>
      </p:grpSpPr>
      <p:pic>
        <p:nvPicPr>
          <p:cNvPr id="2" name="Picture 2" descr="Animation Thank You GIF by MillMotion - Find &amp; Share on GIPHY">
            <a:extLst>
              <a:ext uri="{FF2B5EF4-FFF2-40B4-BE49-F238E27FC236}">
                <a16:creationId xmlns:a16="http://schemas.microsoft.com/office/drawing/2014/main" id="{8689EA27-7C3E-D9ED-2DF0-7C762A82F622}"/>
              </a:ext>
            </a:extLst>
          </p:cNvPr>
          <p:cNvPicPr>
            <a:picLocks noChangeAspect="1" noChangeArrowheads="1"/>
          </p:cNvPicPr>
          <p:nvPr/>
        </p:nvPicPr>
        <p:blipFill>
          <a:blip r:embed="rId3"/>
          <a:stretch/>
        </p:blipFill>
        <p:spPr bwMode="auto">
          <a:xfrm>
            <a:off x="1204393" y="838200"/>
            <a:ext cx="7344814" cy="5508612"/>
          </a:xfrm>
          <a:prstGeom prst="rect">
            <a:avLst/>
          </a:prstGeom>
          <a:noFill/>
        </p:spPr>
      </p:pic>
    </p:spTree>
    <p:extLst>
      <p:ext uri="{BB962C8B-B14F-4D97-AF65-F5344CB8AC3E}">
        <p14:creationId xmlns:p14="http://schemas.microsoft.com/office/powerpoint/2010/main" val="49391557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557</TotalTime>
  <Words>1311</Words>
  <Application>Microsoft Office PowerPoint</Application>
  <PresentationFormat>Custom</PresentationFormat>
  <Paragraphs>230</Paragraphs>
  <Slides>34</Slides>
  <Notes>22</Notes>
  <HiddenSlides>16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Times New Roman</vt:lpstr>
      <vt:lpstr>Wingdings</vt:lpstr>
      <vt:lpstr>Times New Roman Bold</vt:lpstr>
      <vt:lpstr>Tw Cen MT</vt:lpstr>
      <vt:lpstr>Roboto</vt:lpstr>
      <vt:lpstr>Arial</vt:lpstr>
      <vt:lpstr>Calibri</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 PPT FORMAT.pptx</dc:title>
  <dc:creator>User</dc:creator>
  <cp:lastModifiedBy>SOMU R</cp:lastModifiedBy>
  <cp:revision>38</cp:revision>
  <dcterms:created xsi:type="dcterms:W3CDTF">2006-08-16T00:00:00Z</dcterms:created>
  <dcterms:modified xsi:type="dcterms:W3CDTF">2026-02-07T14:13:14Z</dcterms:modified>
  <dc:identifier>DAGZENGigP0</dc:identifier>
</cp:coreProperties>
</file>